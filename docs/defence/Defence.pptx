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35" r:id="rId1"/>
    <p:sldMasterId id="2147483736" r:id="rId2"/>
  </p:sldMasterIdLst>
  <p:notesMasterIdLst>
    <p:notesMasterId r:id="rId10"/>
  </p:notesMasterIdLst>
  <p:sldIdLst>
    <p:sldId id="256" r:id="rId3"/>
    <p:sldId id="258" r:id="rId4"/>
    <p:sldId id="260" r:id="rId5"/>
    <p:sldId id="257" r:id="rId6"/>
    <p:sldId id="276" r:id="rId7"/>
    <p:sldId id="274" r:id="rId8"/>
    <p:sldId id="273" r:id="rId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290">
          <p15:clr>
            <a:srgbClr val="747775"/>
          </p15:clr>
        </p15:guide>
        <p15:guide id="2" pos="2880">
          <p15:clr>
            <a:srgbClr val="747775"/>
          </p15:clr>
        </p15:guide>
        <p15:guide id="3" orient="horz" pos="1437">
          <p15:clr>
            <a:srgbClr val="747775"/>
          </p15:clr>
        </p15:guide>
        <p15:guide id="4" orient="horz" pos="1014">
          <p15:clr>
            <a:srgbClr val="747775"/>
          </p15:clr>
        </p15:guide>
        <p15:guide id="5" orient="horz" pos="1893">
          <p15:clr>
            <a:srgbClr val="747775"/>
          </p15:clr>
        </p15:guide>
        <p15:guide id="6" pos="4921">
          <p15:clr>
            <a:srgbClr val="747775"/>
          </p15:clr>
        </p15:guide>
        <p15:guide id="7" orient="horz" pos="2679">
          <p15:clr>
            <a:srgbClr val="747775"/>
          </p15:clr>
        </p15:guide>
        <p15:guide id="8" orient="horz" pos="59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151FD"/>
    <a:srgbClr val="000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44" autoAdjust="0"/>
    <p:restoredTop sz="94660"/>
  </p:normalViewPr>
  <p:slideViewPr>
    <p:cSldViewPr snapToGrid="0">
      <p:cViewPr>
        <p:scale>
          <a:sx n="150" d="100"/>
          <a:sy n="150" d="100"/>
        </p:scale>
        <p:origin x="108" y="930"/>
      </p:cViewPr>
      <p:guideLst>
        <p:guide orient="horz" pos="2290"/>
        <p:guide pos="2880"/>
        <p:guide orient="horz" pos="1437"/>
        <p:guide orient="horz" pos="1014"/>
        <p:guide orient="horz" pos="1893"/>
        <p:guide pos="4921"/>
        <p:guide orient="horz" pos="2679"/>
        <p:guide orient="horz" pos="59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3b454739a23_0_14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5" name="Google Shape;625;g3b454739a23_0_14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b454739a23_0_19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4" name="Google Shape;644;g3b454739a23_0_19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3b5a5a12495_0_5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4" name="Google Shape;664;g3b5a5a12495_0_5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AD9B68FD-C652-2B2D-3D10-CB6CDDF29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8247C6C0-368F-8126-90AE-95A7BB54A3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26CA0F2F-7171-467D-3928-881AA20DFF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71065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E141CA09-99D1-E0D8-82F8-192959C3E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DB83B208-B2F4-E85A-1445-F5C1068E90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E69D4B90-97B0-FE88-A6E4-8ED7561328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150704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g3b86f157844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1" name="Google Shape;791;g3b86f157844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.pn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1.png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1.png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B - Chapitrage">
  <p:cSld name="TITLE_1">
    <p:bg>
      <p:bgPr>
        <a:solidFill>
          <a:schemeClr val="dk2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52" name="Google Shape;52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13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5766000" cy="3807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None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rm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A - Couverture" type="title">
  <p:cSld name="TITLE">
    <p:bg>
      <p:bgPr>
        <a:solidFill>
          <a:schemeClr val="dk2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58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15774" y="4544172"/>
            <a:ext cx="1292251" cy="40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5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198000" y="1530525"/>
            <a:ext cx="5766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title" idx="2"/>
          </p:nvPr>
        </p:nvSpPr>
        <p:spPr>
          <a:xfrm>
            <a:off x="198000" y="198000"/>
            <a:ext cx="5766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B - Chapitrage">
  <p:cSld name="TITLE_1">
    <p:bg>
      <p:bgPr>
        <a:solidFill>
          <a:schemeClr val="dk2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6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8" name="Google Shape;68;p1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5766000" cy="38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B - Sommaire avec Colonne">
  <p:cSld name="SECTION_HEADER_1">
    <p:bg>
      <p:bgPr>
        <a:solidFill>
          <a:schemeClr val="accent1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7"/>
          <p:cNvSpPr/>
          <p:nvPr/>
        </p:nvSpPr>
        <p:spPr>
          <a:xfrm>
            <a:off x="0" y="0"/>
            <a:ext cx="3727500" cy="51435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10842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title" idx="3"/>
          </p:nvPr>
        </p:nvSpPr>
        <p:spPr>
          <a:xfrm>
            <a:off x="3925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76" name="Google Shape;76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C - Sommaire avec accroche">
  <p:cSld name="SECTION_HEADER_1_1">
    <p:bg>
      <p:bgPr>
        <a:solidFill>
          <a:schemeClr val="accent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8"/>
          <p:cNvSpPr/>
          <p:nvPr/>
        </p:nvSpPr>
        <p:spPr>
          <a:xfrm>
            <a:off x="0" y="0"/>
            <a:ext cx="3727500" cy="51435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9" name="Google Shape;79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3709809" y="932975"/>
            <a:ext cx="6648326" cy="3289874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title"/>
          </p:nvPr>
        </p:nvSpPr>
        <p:spPr>
          <a:xfrm>
            <a:off x="3925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82" name="Google Shape;82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8"/>
          <p:cNvSpPr txBox="1">
            <a:spLocks noGrp="1"/>
          </p:cNvSpPr>
          <p:nvPr>
            <p:ph type="body" idx="1"/>
          </p:nvPr>
        </p:nvSpPr>
        <p:spPr>
          <a:xfrm>
            <a:off x="964591" y="1097325"/>
            <a:ext cx="1780500" cy="13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title" idx="2"/>
          </p:nvPr>
        </p:nvSpPr>
        <p:spPr>
          <a:xfrm>
            <a:off x="198000" y="198100"/>
            <a:ext cx="2038500" cy="135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A - Texte &amp; Image / Fond Clair 1">
  <p:cSld name="SECTION_HEADER_1_1_1">
    <p:bg>
      <p:bgPr>
        <a:solidFill>
          <a:schemeClr val="lt1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9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9" name="Google Shape;89;p1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90" name="Google Shape;90;p19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45495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B - Texte &amp; Image / Fond Clair 2">
  <p:cSld name="TITLE_AND_BODY_2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2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2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0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5" name="Google Shape;95;p2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96" name="Google Shape;96;p20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97" name="Google Shape;97;p20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body" idx="5"/>
          </p:nvPr>
        </p:nvSpPr>
        <p:spPr>
          <a:xfrm>
            <a:off x="6162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D - Texte &amp; Image / Fond Clair 4">
  <p:cSld name="TITLE_AND_BODY_2_1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2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21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3" name="Google Shape;103;p2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04" name="Google Shape;104;p21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105" name="Google Shape;105;p21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5766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6" name="Google Shape;106;p21"/>
          <p:cNvSpPr>
            <a:spLocks noGrp="1"/>
          </p:cNvSpPr>
          <p:nvPr>
            <p:ph type="pic" idx="5"/>
          </p:nvPr>
        </p:nvSpPr>
        <p:spPr>
          <a:xfrm>
            <a:off x="6162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E - Texte &amp; Image / Fond Clair 5">
  <p:cSld name="TITLE_AND_BODY_2_1_1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2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1" name="Google Shape;111;p2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body" idx="3"/>
          </p:nvPr>
        </p:nvSpPr>
        <p:spPr>
          <a:xfrm>
            <a:off x="4671000" y="198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3" name="Google Shape;113;p22"/>
          <p:cNvSpPr txBox="1">
            <a:spLocks noGrp="1"/>
          </p:cNvSpPr>
          <p:nvPr>
            <p:ph type="body" idx="4"/>
          </p:nvPr>
        </p:nvSpPr>
        <p:spPr>
          <a:xfrm>
            <a:off x="3180000" y="17805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4" name="Google Shape;114;p22"/>
          <p:cNvSpPr txBox="1">
            <a:spLocks noGrp="1"/>
          </p:cNvSpPr>
          <p:nvPr>
            <p:ph type="body" idx="5"/>
          </p:nvPr>
        </p:nvSpPr>
        <p:spPr>
          <a:xfrm>
            <a:off x="4671000" y="3363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5" name="Google Shape;115;p22"/>
          <p:cNvSpPr>
            <a:spLocks noGrp="1"/>
          </p:cNvSpPr>
          <p:nvPr>
            <p:ph type="pic" idx="6"/>
          </p:nvPr>
        </p:nvSpPr>
        <p:spPr>
          <a:xfrm>
            <a:off x="3180000" y="336297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116" name="Google Shape;116;p22"/>
          <p:cNvSpPr>
            <a:spLocks noGrp="1"/>
          </p:cNvSpPr>
          <p:nvPr>
            <p:ph type="pic" idx="7"/>
          </p:nvPr>
        </p:nvSpPr>
        <p:spPr>
          <a:xfrm>
            <a:off x="7653000" y="1780500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117" name="Google Shape;117;p22"/>
          <p:cNvSpPr>
            <a:spLocks noGrp="1"/>
          </p:cNvSpPr>
          <p:nvPr>
            <p:ph type="pic" idx="8"/>
          </p:nvPr>
        </p:nvSpPr>
        <p:spPr>
          <a:xfrm>
            <a:off x="3180000" y="19802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F - Texte &amp; Image / Fond Clair 6">
  <p:cSld name="TITLE_AND_BODY_1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2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3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2" name="Google Shape;122;p2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23" name="Google Shape;123;p23"/>
          <p:cNvSpPr txBox="1">
            <a:spLocks noGrp="1"/>
          </p:cNvSpPr>
          <p:nvPr>
            <p:ph type="body" idx="3"/>
          </p:nvPr>
        </p:nvSpPr>
        <p:spPr>
          <a:xfrm>
            <a:off x="467185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4" name="Google Shape;124;p23"/>
          <p:cNvSpPr txBox="1">
            <a:spLocks noGrp="1"/>
          </p:cNvSpPr>
          <p:nvPr>
            <p:ph type="body" idx="4"/>
          </p:nvPr>
        </p:nvSpPr>
        <p:spPr>
          <a:xfrm>
            <a:off x="690750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5" name="Google Shape;125;p23"/>
          <p:cNvSpPr txBox="1">
            <a:spLocks noGrp="1"/>
          </p:cNvSpPr>
          <p:nvPr>
            <p:ph type="body" idx="5"/>
          </p:nvPr>
        </p:nvSpPr>
        <p:spPr>
          <a:xfrm>
            <a:off x="2435375" y="3465529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6" name="Google Shape;126;p23"/>
          <p:cNvSpPr>
            <a:spLocks noGrp="1"/>
          </p:cNvSpPr>
          <p:nvPr>
            <p:ph type="pic" idx="6"/>
          </p:nvPr>
        </p:nvSpPr>
        <p:spPr>
          <a:xfrm>
            <a:off x="2435425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127" name="Google Shape;127;p23"/>
          <p:cNvSpPr>
            <a:spLocks noGrp="1"/>
          </p:cNvSpPr>
          <p:nvPr>
            <p:ph type="pic" idx="7"/>
          </p:nvPr>
        </p:nvSpPr>
        <p:spPr>
          <a:xfrm>
            <a:off x="4671463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128" name="Google Shape;128;p23"/>
          <p:cNvSpPr>
            <a:spLocks noGrp="1"/>
          </p:cNvSpPr>
          <p:nvPr>
            <p:ph type="pic" idx="8"/>
          </p:nvPr>
        </p:nvSpPr>
        <p:spPr>
          <a:xfrm>
            <a:off x="6907500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G - Texte &amp; Image / Fond Clair 7">
  <p:cSld name="TITLE_AND_BODY_1_2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2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2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4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3" name="Google Shape;133;p24"/>
          <p:cNvSpPr txBox="1">
            <a:spLocks noGrp="1"/>
          </p:cNvSpPr>
          <p:nvPr>
            <p:ph type="sldNum" idx="12"/>
          </p:nvPr>
        </p:nvSpPr>
        <p:spPr>
          <a:xfrm>
            <a:off x="8398500" y="487470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body" idx="3"/>
          </p:nvPr>
        </p:nvSpPr>
        <p:spPr>
          <a:xfrm>
            <a:off x="467185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body" idx="4"/>
          </p:nvPr>
        </p:nvSpPr>
        <p:spPr>
          <a:xfrm>
            <a:off x="690750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body" idx="5"/>
          </p:nvPr>
        </p:nvSpPr>
        <p:spPr>
          <a:xfrm>
            <a:off x="2435375" y="1842197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7" name="Google Shape;137;p24"/>
          <p:cNvSpPr txBox="1">
            <a:spLocks noGrp="1"/>
          </p:cNvSpPr>
          <p:nvPr>
            <p:ph type="body" idx="6"/>
          </p:nvPr>
        </p:nvSpPr>
        <p:spPr>
          <a:xfrm>
            <a:off x="467228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8" name="Google Shape;138;p24"/>
          <p:cNvSpPr txBox="1">
            <a:spLocks noGrp="1"/>
          </p:cNvSpPr>
          <p:nvPr>
            <p:ph type="body" idx="7"/>
          </p:nvPr>
        </p:nvSpPr>
        <p:spPr>
          <a:xfrm>
            <a:off x="690793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9" name="Google Shape;139;p24"/>
          <p:cNvSpPr txBox="1">
            <a:spLocks noGrp="1"/>
          </p:cNvSpPr>
          <p:nvPr>
            <p:ph type="body" idx="8"/>
          </p:nvPr>
        </p:nvSpPr>
        <p:spPr>
          <a:xfrm>
            <a:off x="2435813" y="4282522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40" name="Google Shape;140;p24"/>
          <p:cNvSpPr>
            <a:spLocks noGrp="1"/>
          </p:cNvSpPr>
          <p:nvPr>
            <p:ph type="pic" idx="9"/>
          </p:nvPr>
        </p:nvSpPr>
        <p:spPr>
          <a:xfrm>
            <a:off x="4671488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1" name="Google Shape;141;p24"/>
          <p:cNvSpPr>
            <a:spLocks noGrp="1"/>
          </p:cNvSpPr>
          <p:nvPr>
            <p:ph type="pic" idx="13"/>
          </p:nvPr>
        </p:nvSpPr>
        <p:spPr>
          <a:xfrm>
            <a:off x="6907550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2" name="Google Shape;142;p24"/>
          <p:cNvSpPr>
            <a:spLocks noGrp="1"/>
          </p:cNvSpPr>
          <p:nvPr>
            <p:ph type="pic" idx="14"/>
          </p:nvPr>
        </p:nvSpPr>
        <p:spPr>
          <a:xfrm>
            <a:off x="2435425" y="203055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3" name="Google Shape;143;p24"/>
          <p:cNvSpPr>
            <a:spLocks noGrp="1"/>
          </p:cNvSpPr>
          <p:nvPr>
            <p:ph type="pic" idx="15"/>
          </p:nvPr>
        </p:nvSpPr>
        <p:spPr>
          <a:xfrm>
            <a:off x="467233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4" name="Google Shape;144;p24"/>
          <p:cNvSpPr>
            <a:spLocks noGrp="1"/>
          </p:cNvSpPr>
          <p:nvPr>
            <p:ph type="pic" idx="16"/>
          </p:nvPr>
        </p:nvSpPr>
        <p:spPr>
          <a:xfrm>
            <a:off x="690798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5" name="Google Shape;145;p24"/>
          <p:cNvSpPr>
            <a:spLocks noGrp="1"/>
          </p:cNvSpPr>
          <p:nvPr>
            <p:ph type="pic" idx="17"/>
          </p:nvPr>
        </p:nvSpPr>
        <p:spPr>
          <a:xfrm>
            <a:off x="2435863" y="2576801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H - Texte &amp; Image / Fond Clair 8">
  <p:cSld name="TITLE_AND_BODY_1_1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2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body" idx="3"/>
          </p:nvPr>
        </p:nvSpPr>
        <p:spPr>
          <a:xfrm>
            <a:off x="3179875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body" idx="4"/>
          </p:nvPr>
        </p:nvSpPr>
        <p:spPr>
          <a:xfrm>
            <a:off x="467095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3" name="Google Shape;153;p25"/>
          <p:cNvSpPr txBox="1">
            <a:spLocks noGrp="1"/>
          </p:cNvSpPr>
          <p:nvPr>
            <p:ph type="body" idx="5"/>
          </p:nvPr>
        </p:nvSpPr>
        <p:spPr>
          <a:xfrm>
            <a:off x="765300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4" name="Google Shape;154;p25"/>
          <p:cNvSpPr txBox="1">
            <a:spLocks noGrp="1"/>
          </p:cNvSpPr>
          <p:nvPr>
            <p:ph type="body" idx="6"/>
          </p:nvPr>
        </p:nvSpPr>
        <p:spPr>
          <a:xfrm>
            <a:off x="6162000" y="3031325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5" name="Google Shape;155;p25"/>
          <p:cNvSpPr>
            <a:spLocks noGrp="1"/>
          </p:cNvSpPr>
          <p:nvPr>
            <p:ph type="pic" idx="7"/>
          </p:nvPr>
        </p:nvSpPr>
        <p:spPr>
          <a:xfrm>
            <a:off x="3179925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6" name="Google Shape;156;p25"/>
          <p:cNvSpPr>
            <a:spLocks noGrp="1"/>
          </p:cNvSpPr>
          <p:nvPr>
            <p:ph type="pic" idx="8"/>
          </p:nvPr>
        </p:nvSpPr>
        <p:spPr>
          <a:xfrm>
            <a:off x="467100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7" name="Google Shape;157;p25"/>
          <p:cNvSpPr>
            <a:spLocks noGrp="1"/>
          </p:cNvSpPr>
          <p:nvPr>
            <p:ph type="pic" idx="9"/>
          </p:nvPr>
        </p:nvSpPr>
        <p:spPr>
          <a:xfrm>
            <a:off x="765305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8" name="Google Shape;158;p25"/>
          <p:cNvSpPr>
            <a:spLocks noGrp="1"/>
          </p:cNvSpPr>
          <p:nvPr>
            <p:ph type="pic" idx="13"/>
          </p:nvPr>
        </p:nvSpPr>
        <p:spPr>
          <a:xfrm>
            <a:off x="6162050" y="197998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I - Texte &amp; Image / Fond Clair 9">
  <p:cSld name="TITLE_AND_BODY_1_1_1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2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2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26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3" name="Google Shape;163;p26"/>
          <p:cNvSpPr txBox="1">
            <a:spLocks noGrp="1"/>
          </p:cNvSpPr>
          <p:nvPr>
            <p:ph type="body" idx="3"/>
          </p:nvPr>
        </p:nvSpPr>
        <p:spPr>
          <a:xfrm>
            <a:off x="3179875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4" name="Google Shape;164;p26"/>
          <p:cNvSpPr txBox="1">
            <a:spLocks noGrp="1"/>
          </p:cNvSpPr>
          <p:nvPr>
            <p:ph type="body" idx="4"/>
          </p:nvPr>
        </p:nvSpPr>
        <p:spPr>
          <a:xfrm>
            <a:off x="4670950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5" name="Google Shape;165;p26"/>
          <p:cNvSpPr txBox="1">
            <a:spLocks noGrp="1"/>
          </p:cNvSpPr>
          <p:nvPr>
            <p:ph type="body" idx="5"/>
          </p:nvPr>
        </p:nvSpPr>
        <p:spPr>
          <a:xfrm>
            <a:off x="6162000" y="1668445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6" name="Google Shape;166;p26"/>
          <p:cNvSpPr txBox="1">
            <a:spLocks noGrp="1"/>
          </p:cNvSpPr>
          <p:nvPr>
            <p:ph type="body" idx="6"/>
          </p:nvPr>
        </p:nvSpPr>
        <p:spPr>
          <a:xfrm>
            <a:off x="3179875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7" name="Google Shape;167;p26"/>
          <p:cNvSpPr txBox="1">
            <a:spLocks noGrp="1"/>
          </p:cNvSpPr>
          <p:nvPr>
            <p:ph type="body" idx="7"/>
          </p:nvPr>
        </p:nvSpPr>
        <p:spPr>
          <a:xfrm>
            <a:off x="467095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8" name="Google Shape;168;p26"/>
          <p:cNvSpPr txBox="1">
            <a:spLocks noGrp="1"/>
          </p:cNvSpPr>
          <p:nvPr>
            <p:ph type="body" idx="8"/>
          </p:nvPr>
        </p:nvSpPr>
        <p:spPr>
          <a:xfrm>
            <a:off x="6162000" y="4035670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9" name="Google Shape;169;p26"/>
          <p:cNvSpPr txBox="1">
            <a:spLocks noGrp="1"/>
          </p:cNvSpPr>
          <p:nvPr>
            <p:ph type="body" idx="9"/>
          </p:nvPr>
        </p:nvSpPr>
        <p:spPr>
          <a:xfrm>
            <a:off x="7653000" y="1668453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70" name="Google Shape;170;p26"/>
          <p:cNvSpPr txBox="1">
            <a:spLocks noGrp="1"/>
          </p:cNvSpPr>
          <p:nvPr>
            <p:ph type="body" idx="13"/>
          </p:nvPr>
        </p:nvSpPr>
        <p:spPr>
          <a:xfrm>
            <a:off x="765300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71" name="Google Shape;171;p26"/>
          <p:cNvSpPr txBox="1">
            <a:spLocks noGrp="1"/>
          </p:cNvSpPr>
          <p:nvPr>
            <p:ph type="sldNum" idx="12"/>
          </p:nvPr>
        </p:nvSpPr>
        <p:spPr>
          <a:xfrm>
            <a:off x="8398500" y="4766025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72" name="Google Shape;172;p26"/>
          <p:cNvSpPr>
            <a:spLocks noGrp="1"/>
          </p:cNvSpPr>
          <p:nvPr>
            <p:ph type="pic" idx="14"/>
          </p:nvPr>
        </p:nvSpPr>
        <p:spPr>
          <a:xfrm>
            <a:off x="3179925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3" name="Google Shape;173;p26"/>
          <p:cNvSpPr>
            <a:spLocks noGrp="1"/>
          </p:cNvSpPr>
          <p:nvPr>
            <p:ph type="pic" idx="15"/>
          </p:nvPr>
        </p:nvSpPr>
        <p:spPr>
          <a:xfrm>
            <a:off x="467100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4" name="Google Shape;174;p26"/>
          <p:cNvSpPr>
            <a:spLocks noGrp="1"/>
          </p:cNvSpPr>
          <p:nvPr>
            <p:ph type="pic" idx="16"/>
          </p:nvPr>
        </p:nvSpPr>
        <p:spPr>
          <a:xfrm>
            <a:off x="6162050" y="20452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5" name="Google Shape;175;p26"/>
          <p:cNvSpPr>
            <a:spLocks noGrp="1"/>
          </p:cNvSpPr>
          <p:nvPr>
            <p:ph type="pic" idx="17"/>
          </p:nvPr>
        </p:nvSpPr>
        <p:spPr>
          <a:xfrm>
            <a:off x="3179925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6" name="Google Shape;176;p26"/>
          <p:cNvSpPr>
            <a:spLocks noGrp="1"/>
          </p:cNvSpPr>
          <p:nvPr>
            <p:ph type="pic" idx="18"/>
          </p:nvPr>
        </p:nvSpPr>
        <p:spPr>
          <a:xfrm>
            <a:off x="467100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7" name="Google Shape;177;p26"/>
          <p:cNvSpPr>
            <a:spLocks noGrp="1"/>
          </p:cNvSpPr>
          <p:nvPr>
            <p:ph type="pic" idx="19"/>
          </p:nvPr>
        </p:nvSpPr>
        <p:spPr>
          <a:xfrm>
            <a:off x="6162050" y="257174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8" name="Google Shape;178;p26"/>
          <p:cNvSpPr>
            <a:spLocks noGrp="1"/>
          </p:cNvSpPr>
          <p:nvPr>
            <p:ph type="pic" idx="20"/>
          </p:nvPr>
        </p:nvSpPr>
        <p:spPr>
          <a:xfrm>
            <a:off x="765305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9" name="Google Shape;179;p26"/>
          <p:cNvSpPr>
            <a:spLocks noGrp="1"/>
          </p:cNvSpPr>
          <p:nvPr>
            <p:ph type="pic" idx="21"/>
          </p:nvPr>
        </p:nvSpPr>
        <p:spPr>
          <a:xfrm>
            <a:off x="765305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J - Texte &amp; Image / Fond Clair 10">
  <p:cSld name="TITLE_AND_BODY_1_1_1_1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82" name="Google Shape;182;p2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84" name="Google Shape;184;p27"/>
          <p:cNvSpPr txBox="1">
            <a:spLocks noGrp="1"/>
          </p:cNvSpPr>
          <p:nvPr>
            <p:ph type="body" idx="2"/>
          </p:nvPr>
        </p:nvSpPr>
        <p:spPr>
          <a:xfrm>
            <a:off x="197925" y="730775"/>
            <a:ext cx="4275000" cy="401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85" name="Google Shape;185;p27"/>
          <p:cNvSpPr>
            <a:spLocks noGrp="1"/>
          </p:cNvSpPr>
          <p:nvPr>
            <p:ph type="pic" idx="3"/>
          </p:nvPr>
        </p:nvSpPr>
        <p:spPr>
          <a:xfrm>
            <a:off x="4671000" y="730775"/>
            <a:ext cx="4275000" cy="40167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K - Texte / Fond Clair 11">
  <p:cSld name="TITLE_AND_BODY_1_1_1_1_1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body" idx="1"/>
          </p:nvPr>
        </p:nvSpPr>
        <p:spPr>
          <a:xfrm>
            <a:off x="197925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0" name="Google Shape;190;p28"/>
          <p:cNvSpPr txBox="1">
            <a:spLocks noGrp="1"/>
          </p:cNvSpPr>
          <p:nvPr>
            <p:ph type="body" idx="2"/>
          </p:nvPr>
        </p:nvSpPr>
        <p:spPr>
          <a:xfrm>
            <a:off x="3179963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body" idx="3"/>
          </p:nvPr>
        </p:nvSpPr>
        <p:spPr>
          <a:xfrm>
            <a:off x="6162000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2" name="Google Shape;192;p28"/>
          <p:cNvSpPr txBox="1">
            <a:spLocks noGrp="1"/>
          </p:cNvSpPr>
          <p:nvPr>
            <p:ph type="subTitle" idx="4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L - Texte &amp; Image / Fond Clair 12">
  <p:cSld name="TITLE_AND_BODY_1_1_1_1_1_1"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Google Shape;194;p2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96" name="Google Shape;196;p2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29"/>
          <p:cNvSpPr txBox="1">
            <a:spLocks noGrp="1"/>
          </p:cNvSpPr>
          <p:nvPr>
            <p:ph type="body" idx="2"/>
          </p:nvPr>
        </p:nvSpPr>
        <p:spPr>
          <a:xfrm>
            <a:off x="19792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8" name="Google Shape;198;p29"/>
          <p:cNvSpPr txBox="1">
            <a:spLocks noGrp="1"/>
          </p:cNvSpPr>
          <p:nvPr>
            <p:ph type="body" idx="3"/>
          </p:nvPr>
        </p:nvSpPr>
        <p:spPr>
          <a:xfrm>
            <a:off x="243445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9" name="Google Shape;199;p29"/>
          <p:cNvSpPr txBox="1">
            <a:spLocks noGrp="1"/>
          </p:cNvSpPr>
          <p:nvPr>
            <p:ph type="body" idx="4"/>
          </p:nvPr>
        </p:nvSpPr>
        <p:spPr>
          <a:xfrm>
            <a:off x="467097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0" name="Google Shape;200;p29"/>
          <p:cNvSpPr txBox="1">
            <a:spLocks noGrp="1"/>
          </p:cNvSpPr>
          <p:nvPr>
            <p:ph type="body" idx="5"/>
          </p:nvPr>
        </p:nvSpPr>
        <p:spPr>
          <a:xfrm>
            <a:off x="690750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1" name="Google Shape;201;p29"/>
          <p:cNvSpPr>
            <a:spLocks noGrp="1"/>
          </p:cNvSpPr>
          <p:nvPr>
            <p:ph type="pic" idx="6"/>
          </p:nvPr>
        </p:nvSpPr>
        <p:spPr>
          <a:xfrm>
            <a:off x="19792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2" name="Google Shape;202;p29"/>
          <p:cNvSpPr>
            <a:spLocks noGrp="1"/>
          </p:cNvSpPr>
          <p:nvPr>
            <p:ph type="pic" idx="7"/>
          </p:nvPr>
        </p:nvSpPr>
        <p:spPr>
          <a:xfrm>
            <a:off x="243445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3" name="Google Shape;203;p29"/>
          <p:cNvSpPr>
            <a:spLocks noGrp="1"/>
          </p:cNvSpPr>
          <p:nvPr>
            <p:ph type="pic" idx="8"/>
          </p:nvPr>
        </p:nvSpPr>
        <p:spPr>
          <a:xfrm>
            <a:off x="467097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4" name="Google Shape;204;p29"/>
          <p:cNvSpPr>
            <a:spLocks noGrp="1"/>
          </p:cNvSpPr>
          <p:nvPr>
            <p:ph type="pic" idx="9"/>
          </p:nvPr>
        </p:nvSpPr>
        <p:spPr>
          <a:xfrm>
            <a:off x="690750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N - Texte / Fond Clair 14">
  <p:cSld name="TITLE_AND_BODY_1_1_1_1_1_1_1_1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" name="Google Shape;212;p3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3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14" name="Google Shape;214;p3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31"/>
          <p:cNvSpPr txBox="1">
            <a:spLocks noGrp="1"/>
          </p:cNvSpPr>
          <p:nvPr>
            <p:ph type="body" idx="2"/>
          </p:nvPr>
        </p:nvSpPr>
        <p:spPr>
          <a:xfrm>
            <a:off x="197925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6" name="Google Shape;216;p31"/>
          <p:cNvSpPr txBox="1">
            <a:spLocks noGrp="1"/>
          </p:cNvSpPr>
          <p:nvPr>
            <p:ph type="body" idx="3"/>
          </p:nvPr>
        </p:nvSpPr>
        <p:spPr>
          <a:xfrm>
            <a:off x="4671000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7" name="Google Shape;217;p31"/>
          <p:cNvSpPr txBox="1">
            <a:spLocks noGrp="1"/>
          </p:cNvSpPr>
          <p:nvPr>
            <p:ph type="body" idx="4"/>
          </p:nvPr>
        </p:nvSpPr>
        <p:spPr>
          <a:xfrm>
            <a:off x="4671000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8" name="Google Shape;218;p31"/>
          <p:cNvSpPr txBox="1">
            <a:spLocks noGrp="1"/>
          </p:cNvSpPr>
          <p:nvPr>
            <p:ph type="body" idx="5"/>
          </p:nvPr>
        </p:nvSpPr>
        <p:spPr>
          <a:xfrm>
            <a:off x="197925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O - Vide / Fond Clair">
  <p:cSld name="TITLE_AND_BODY_1_1_1_1_1_1_1_1_1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3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3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F - Titre et Image / Fond Blanc">
  <p:cSld name="TITLE_AND_TWO_COLUMNS_4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3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25" name="Google Shape;225;p3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33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A - Titre seul / Fond Navy">
  <p:cSld name="TITLE_AND_TWO_COLUMNS_3">
    <p:bg>
      <p:bgPr>
        <a:solidFill>
          <a:schemeClr val="dk2"/>
        </a:solidFill>
        <a:effectLst/>
      </p:bgPr>
    </p:bg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4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29" name="Google Shape;229;p3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30" name="Google Shape;230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D - Titre et Image / Fond Navy">
  <p:cSld name="TITLE_AND_TWO_COLUMNS_3_1">
    <p:bg>
      <p:bgPr>
        <a:solidFill>
          <a:schemeClr val="dk2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33" name="Google Shape;233;p3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34" name="Google Shape;234;p3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35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B - Titre seul / Fond Grey">
  <p:cSld name="TITLE_AND_TWO_COLUMNS_2">
    <p:bg>
      <p:bgPr>
        <a:solidFill>
          <a:schemeClr val="accent1"/>
        </a:solidFill>
        <a:effectLst/>
      </p:bgPr>
    </p:bg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3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3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39" name="Google Shape;239;p3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C - Titre Seul / Fond Blanc">
  <p:cSld name="TITLE_AND_TWO_COLUMNS_2_2">
    <p:bg>
      <p:bgPr>
        <a:solidFill>
          <a:schemeClr val="lt1"/>
        </a:solidFill>
        <a:effectLst/>
      </p:bgPr>
    </p:bg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3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3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43" name="Google Shape;243;p3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E - Titre et Image / Fond Grey">
  <p:cSld name="TITLE_AND_TWO_COLUMNS_2_1">
    <p:bg>
      <p:bgPr>
        <a:solidFill>
          <a:schemeClr val="accent1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3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3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47" name="Google Shape;247;p38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8" name="Google Shape;248;p38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A - Texte &amp; Image / Fond Grey 1">
  <p:cSld name="TITLE_AND_TWO_COLUMNS_1">
    <p:bg>
      <p:bgPr>
        <a:solidFill>
          <a:schemeClr val="accent1"/>
        </a:solidFill>
        <a:effectLst/>
      </p:bgPr>
    </p:bg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0" name="Google Shape;250;p3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3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52" name="Google Shape;252;p3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3" name="Google Shape;253;p39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4" name="Google Shape;254;p39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45495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B - Texte &amp; Image / Fond Grey 2">
  <p:cSld name="TITLE_AND_TWO_COLUMNS_1_4">
    <p:bg>
      <p:bgPr>
        <a:solidFill>
          <a:schemeClr val="accent1"/>
        </a:solidFill>
        <a:effectLst/>
      </p:bgPr>
    </p:bg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4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4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58" name="Google Shape;258;p4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9" name="Google Shape;259;p40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0" name="Google Shape;260;p40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61" name="Google Shape;261;p40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2" name="Google Shape;262;p40"/>
          <p:cNvSpPr txBox="1">
            <a:spLocks noGrp="1"/>
          </p:cNvSpPr>
          <p:nvPr>
            <p:ph type="body" idx="5"/>
          </p:nvPr>
        </p:nvSpPr>
        <p:spPr>
          <a:xfrm>
            <a:off x="6162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C - Texte &amp; Image / Fond Grey 3">
  <p:cSld name="TITLE_AND_TWO_COLUMNS_1_4_2">
    <p:bg>
      <p:bgPr>
        <a:solidFill>
          <a:schemeClr val="accent1"/>
        </a:solid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Google Shape;264;p4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4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66" name="Google Shape;266;p4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67" name="Google Shape;267;p41" title="Laptop Mockup.png"/>
          <p:cNvPicPr preferRelativeResize="0"/>
          <p:nvPr/>
        </p:nvPicPr>
        <p:blipFill rotWithShape="1">
          <a:blip r:embed="rId3">
            <a:alphaModFix/>
          </a:blip>
          <a:srcRect b="8139"/>
          <a:stretch/>
        </p:blipFill>
        <p:spPr>
          <a:xfrm>
            <a:off x="1208600" y="928126"/>
            <a:ext cx="6726799" cy="42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41"/>
          <p:cNvSpPr/>
          <p:nvPr/>
        </p:nvSpPr>
        <p:spPr>
          <a:xfrm>
            <a:off x="1830500" y="1111250"/>
            <a:ext cx="5412300" cy="3521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41"/>
          <p:cNvSpPr>
            <a:spLocks noGrp="1"/>
          </p:cNvSpPr>
          <p:nvPr>
            <p:ph type="pic" idx="2"/>
          </p:nvPr>
        </p:nvSpPr>
        <p:spPr>
          <a:xfrm>
            <a:off x="1821475" y="1101825"/>
            <a:ext cx="5404500" cy="3531000"/>
          </a:xfrm>
          <a:prstGeom prst="roundRect">
            <a:avLst>
              <a:gd name="adj" fmla="val 178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D - Texte &amp; Image / Fond Grey 4">
  <p:cSld name="TITLE_AND_TWO_COLUMNS_1_4_1">
    <p:bg>
      <p:bgPr>
        <a:solidFill>
          <a:schemeClr val="accent1"/>
        </a:solidFill>
        <a:effectLst/>
      </p:bgPr>
    </p:bg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4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4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73" name="Google Shape;273;p4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4" name="Google Shape;274;p42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5" name="Google Shape;275;p42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76" name="Google Shape;276;p42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5766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7" name="Google Shape;277;p42"/>
          <p:cNvSpPr>
            <a:spLocks noGrp="1"/>
          </p:cNvSpPr>
          <p:nvPr>
            <p:ph type="pic" idx="5"/>
          </p:nvPr>
        </p:nvSpPr>
        <p:spPr>
          <a:xfrm>
            <a:off x="6162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E - Texte &amp; Image / Fond Grey 5">
  <p:cSld name="TITLE_AND_TWO_COLUMNS_1_4_1_1">
    <p:bg>
      <p:bgPr>
        <a:solidFill>
          <a:schemeClr val="accent1"/>
        </a:solidFill>
        <a:effectLst/>
      </p:bgPr>
    </p:bg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4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81" name="Google Shape;281;p4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2" name="Google Shape;282;p43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3" name="Google Shape;283;p43"/>
          <p:cNvSpPr txBox="1">
            <a:spLocks noGrp="1"/>
          </p:cNvSpPr>
          <p:nvPr>
            <p:ph type="body" idx="3"/>
          </p:nvPr>
        </p:nvSpPr>
        <p:spPr>
          <a:xfrm>
            <a:off x="4671000" y="198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4" name="Google Shape;284;p43"/>
          <p:cNvSpPr txBox="1">
            <a:spLocks noGrp="1"/>
          </p:cNvSpPr>
          <p:nvPr>
            <p:ph type="body" idx="4"/>
          </p:nvPr>
        </p:nvSpPr>
        <p:spPr>
          <a:xfrm>
            <a:off x="3180000" y="17805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5" name="Google Shape;285;p43"/>
          <p:cNvSpPr txBox="1">
            <a:spLocks noGrp="1"/>
          </p:cNvSpPr>
          <p:nvPr>
            <p:ph type="body" idx="5"/>
          </p:nvPr>
        </p:nvSpPr>
        <p:spPr>
          <a:xfrm>
            <a:off x="4671000" y="3363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6" name="Google Shape;286;p43"/>
          <p:cNvSpPr>
            <a:spLocks noGrp="1"/>
          </p:cNvSpPr>
          <p:nvPr>
            <p:ph type="pic" idx="6"/>
          </p:nvPr>
        </p:nvSpPr>
        <p:spPr>
          <a:xfrm>
            <a:off x="3180000" y="336297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287" name="Google Shape;287;p43"/>
          <p:cNvSpPr>
            <a:spLocks noGrp="1"/>
          </p:cNvSpPr>
          <p:nvPr>
            <p:ph type="pic" idx="7"/>
          </p:nvPr>
        </p:nvSpPr>
        <p:spPr>
          <a:xfrm>
            <a:off x="7653000" y="1780500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288" name="Google Shape;288;p43"/>
          <p:cNvSpPr>
            <a:spLocks noGrp="1"/>
          </p:cNvSpPr>
          <p:nvPr>
            <p:ph type="pic" idx="8"/>
          </p:nvPr>
        </p:nvSpPr>
        <p:spPr>
          <a:xfrm>
            <a:off x="3180000" y="19802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F - Texte &amp; Image / Fond Grey 6">
  <p:cSld name="TITLE_AND_TWO_COLUMNS_1_4_1_1_1">
    <p:bg>
      <p:bgPr>
        <a:solidFill>
          <a:schemeClr val="accent1"/>
        </a:solidFill>
        <a:effectLst/>
      </p:bgPr>
    </p:bg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Google Shape;290;p4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44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92" name="Google Shape;292;p4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3" name="Google Shape;293;p44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4" name="Google Shape;294;p44"/>
          <p:cNvSpPr txBox="1">
            <a:spLocks noGrp="1"/>
          </p:cNvSpPr>
          <p:nvPr>
            <p:ph type="body" idx="3"/>
          </p:nvPr>
        </p:nvSpPr>
        <p:spPr>
          <a:xfrm>
            <a:off x="467185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5" name="Google Shape;295;p44"/>
          <p:cNvSpPr txBox="1">
            <a:spLocks noGrp="1"/>
          </p:cNvSpPr>
          <p:nvPr>
            <p:ph type="body" idx="4"/>
          </p:nvPr>
        </p:nvSpPr>
        <p:spPr>
          <a:xfrm>
            <a:off x="690750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6" name="Google Shape;296;p44"/>
          <p:cNvSpPr txBox="1">
            <a:spLocks noGrp="1"/>
          </p:cNvSpPr>
          <p:nvPr>
            <p:ph type="body" idx="5"/>
          </p:nvPr>
        </p:nvSpPr>
        <p:spPr>
          <a:xfrm>
            <a:off x="2435375" y="3465529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7" name="Google Shape;297;p44"/>
          <p:cNvSpPr>
            <a:spLocks noGrp="1"/>
          </p:cNvSpPr>
          <p:nvPr>
            <p:ph type="pic" idx="6"/>
          </p:nvPr>
        </p:nvSpPr>
        <p:spPr>
          <a:xfrm>
            <a:off x="2435425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298" name="Google Shape;298;p44"/>
          <p:cNvSpPr>
            <a:spLocks noGrp="1"/>
          </p:cNvSpPr>
          <p:nvPr>
            <p:ph type="pic" idx="7"/>
          </p:nvPr>
        </p:nvSpPr>
        <p:spPr>
          <a:xfrm>
            <a:off x="4671463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299" name="Google Shape;299;p44"/>
          <p:cNvSpPr>
            <a:spLocks noGrp="1"/>
          </p:cNvSpPr>
          <p:nvPr>
            <p:ph type="pic" idx="8"/>
          </p:nvPr>
        </p:nvSpPr>
        <p:spPr>
          <a:xfrm>
            <a:off x="6907500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G - Texte &amp; Image / Fond Grey 7">
  <p:cSld name="TITLE_AND_TWO_COLUMNS_1_4_1_1_1_1">
    <p:bg>
      <p:bgPr>
        <a:solidFill>
          <a:schemeClr val="accent1"/>
        </a:solidFill>
        <a:effectLst/>
      </p:bgPr>
    </p:bg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4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4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03" name="Google Shape;303;p4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4" name="Google Shape;304;p45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5" name="Google Shape;305;p45"/>
          <p:cNvSpPr txBox="1">
            <a:spLocks noGrp="1"/>
          </p:cNvSpPr>
          <p:nvPr>
            <p:ph type="body" idx="3"/>
          </p:nvPr>
        </p:nvSpPr>
        <p:spPr>
          <a:xfrm>
            <a:off x="467185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6" name="Google Shape;306;p45"/>
          <p:cNvSpPr txBox="1">
            <a:spLocks noGrp="1"/>
          </p:cNvSpPr>
          <p:nvPr>
            <p:ph type="body" idx="4"/>
          </p:nvPr>
        </p:nvSpPr>
        <p:spPr>
          <a:xfrm>
            <a:off x="690750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7" name="Google Shape;307;p45"/>
          <p:cNvSpPr txBox="1">
            <a:spLocks noGrp="1"/>
          </p:cNvSpPr>
          <p:nvPr>
            <p:ph type="body" idx="5"/>
          </p:nvPr>
        </p:nvSpPr>
        <p:spPr>
          <a:xfrm>
            <a:off x="2435375" y="1842197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8" name="Google Shape;308;p45"/>
          <p:cNvSpPr txBox="1">
            <a:spLocks noGrp="1"/>
          </p:cNvSpPr>
          <p:nvPr>
            <p:ph type="body" idx="6"/>
          </p:nvPr>
        </p:nvSpPr>
        <p:spPr>
          <a:xfrm>
            <a:off x="467228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9" name="Google Shape;309;p45"/>
          <p:cNvSpPr txBox="1">
            <a:spLocks noGrp="1"/>
          </p:cNvSpPr>
          <p:nvPr>
            <p:ph type="body" idx="7"/>
          </p:nvPr>
        </p:nvSpPr>
        <p:spPr>
          <a:xfrm>
            <a:off x="690793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0" name="Google Shape;310;p45"/>
          <p:cNvSpPr txBox="1">
            <a:spLocks noGrp="1"/>
          </p:cNvSpPr>
          <p:nvPr>
            <p:ph type="body" idx="8"/>
          </p:nvPr>
        </p:nvSpPr>
        <p:spPr>
          <a:xfrm>
            <a:off x="2435813" y="4282522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1" name="Google Shape;311;p45"/>
          <p:cNvSpPr>
            <a:spLocks noGrp="1"/>
          </p:cNvSpPr>
          <p:nvPr>
            <p:ph type="pic" idx="9"/>
          </p:nvPr>
        </p:nvSpPr>
        <p:spPr>
          <a:xfrm>
            <a:off x="4671488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2" name="Google Shape;312;p45"/>
          <p:cNvSpPr>
            <a:spLocks noGrp="1"/>
          </p:cNvSpPr>
          <p:nvPr>
            <p:ph type="pic" idx="13"/>
          </p:nvPr>
        </p:nvSpPr>
        <p:spPr>
          <a:xfrm>
            <a:off x="6907550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3" name="Google Shape;313;p45"/>
          <p:cNvSpPr>
            <a:spLocks noGrp="1"/>
          </p:cNvSpPr>
          <p:nvPr>
            <p:ph type="pic" idx="14"/>
          </p:nvPr>
        </p:nvSpPr>
        <p:spPr>
          <a:xfrm>
            <a:off x="2435425" y="203055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4" name="Google Shape;314;p45"/>
          <p:cNvSpPr>
            <a:spLocks noGrp="1"/>
          </p:cNvSpPr>
          <p:nvPr>
            <p:ph type="pic" idx="15"/>
          </p:nvPr>
        </p:nvSpPr>
        <p:spPr>
          <a:xfrm>
            <a:off x="467233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5" name="Google Shape;315;p45"/>
          <p:cNvSpPr>
            <a:spLocks noGrp="1"/>
          </p:cNvSpPr>
          <p:nvPr>
            <p:ph type="pic" idx="16"/>
          </p:nvPr>
        </p:nvSpPr>
        <p:spPr>
          <a:xfrm>
            <a:off x="690798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6" name="Google Shape;316;p45"/>
          <p:cNvSpPr>
            <a:spLocks noGrp="1"/>
          </p:cNvSpPr>
          <p:nvPr>
            <p:ph type="pic" idx="17"/>
          </p:nvPr>
        </p:nvSpPr>
        <p:spPr>
          <a:xfrm>
            <a:off x="2435863" y="2576801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H - Texte &amp; Image / Fond Grey 8">
  <p:cSld name="TITLE_AND_TWO_COLUMNS_1_4_1_1_1_1_1">
    <p:bg>
      <p:bgPr>
        <a:solidFill>
          <a:schemeClr val="accent1"/>
        </a:solidFill>
        <a:effectLst/>
      </p:bgPr>
    </p:bg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Google Shape;318;p4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4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20" name="Google Shape;320;p4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46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2" name="Google Shape;322;p46"/>
          <p:cNvSpPr txBox="1">
            <a:spLocks noGrp="1"/>
          </p:cNvSpPr>
          <p:nvPr>
            <p:ph type="body" idx="3"/>
          </p:nvPr>
        </p:nvSpPr>
        <p:spPr>
          <a:xfrm>
            <a:off x="3179875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3" name="Google Shape;323;p46"/>
          <p:cNvSpPr txBox="1">
            <a:spLocks noGrp="1"/>
          </p:cNvSpPr>
          <p:nvPr>
            <p:ph type="body" idx="4"/>
          </p:nvPr>
        </p:nvSpPr>
        <p:spPr>
          <a:xfrm>
            <a:off x="467095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4" name="Google Shape;324;p46"/>
          <p:cNvSpPr txBox="1">
            <a:spLocks noGrp="1"/>
          </p:cNvSpPr>
          <p:nvPr>
            <p:ph type="body" idx="5"/>
          </p:nvPr>
        </p:nvSpPr>
        <p:spPr>
          <a:xfrm>
            <a:off x="765300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5" name="Google Shape;325;p46"/>
          <p:cNvSpPr txBox="1">
            <a:spLocks noGrp="1"/>
          </p:cNvSpPr>
          <p:nvPr>
            <p:ph type="body" idx="6"/>
          </p:nvPr>
        </p:nvSpPr>
        <p:spPr>
          <a:xfrm>
            <a:off x="6162000" y="3031325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6" name="Google Shape;326;p46"/>
          <p:cNvSpPr>
            <a:spLocks noGrp="1"/>
          </p:cNvSpPr>
          <p:nvPr>
            <p:ph type="pic" idx="7"/>
          </p:nvPr>
        </p:nvSpPr>
        <p:spPr>
          <a:xfrm>
            <a:off x="3179925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7" name="Google Shape;327;p46"/>
          <p:cNvSpPr>
            <a:spLocks noGrp="1"/>
          </p:cNvSpPr>
          <p:nvPr>
            <p:ph type="pic" idx="8"/>
          </p:nvPr>
        </p:nvSpPr>
        <p:spPr>
          <a:xfrm>
            <a:off x="467100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8" name="Google Shape;328;p46"/>
          <p:cNvSpPr>
            <a:spLocks noGrp="1"/>
          </p:cNvSpPr>
          <p:nvPr>
            <p:ph type="pic" idx="9"/>
          </p:nvPr>
        </p:nvSpPr>
        <p:spPr>
          <a:xfrm>
            <a:off x="765305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9" name="Google Shape;329;p46"/>
          <p:cNvSpPr>
            <a:spLocks noGrp="1"/>
          </p:cNvSpPr>
          <p:nvPr>
            <p:ph type="pic" idx="13"/>
          </p:nvPr>
        </p:nvSpPr>
        <p:spPr>
          <a:xfrm>
            <a:off x="6162050" y="197998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I - Texte &amp; Image / Fond Grey 9">
  <p:cSld name="TITLE_AND_TWO_COLUMNS_1_4_1_1_1_1_1_1">
    <p:bg>
      <p:bgPr>
        <a:solidFill>
          <a:schemeClr val="accent1"/>
        </a:solidFill>
        <a:effectLst/>
      </p:bgPr>
    </p:bg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1" name="Google Shape;331;p4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4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33" name="Google Shape;333;p4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4" name="Google Shape;334;p47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5" name="Google Shape;335;p47"/>
          <p:cNvSpPr txBox="1">
            <a:spLocks noGrp="1"/>
          </p:cNvSpPr>
          <p:nvPr>
            <p:ph type="body" idx="3"/>
          </p:nvPr>
        </p:nvSpPr>
        <p:spPr>
          <a:xfrm>
            <a:off x="3179875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6" name="Google Shape;336;p47"/>
          <p:cNvSpPr txBox="1">
            <a:spLocks noGrp="1"/>
          </p:cNvSpPr>
          <p:nvPr>
            <p:ph type="body" idx="4"/>
          </p:nvPr>
        </p:nvSpPr>
        <p:spPr>
          <a:xfrm>
            <a:off x="4670950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7" name="Google Shape;337;p47"/>
          <p:cNvSpPr txBox="1">
            <a:spLocks noGrp="1"/>
          </p:cNvSpPr>
          <p:nvPr>
            <p:ph type="body" idx="5"/>
          </p:nvPr>
        </p:nvSpPr>
        <p:spPr>
          <a:xfrm>
            <a:off x="6162000" y="1668445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8" name="Google Shape;338;p47"/>
          <p:cNvSpPr txBox="1">
            <a:spLocks noGrp="1"/>
          </p:cNvSpPr>
          <p:nvPr>
            <p:ph type="body" idx="6"/>
          </p:nvPr>
        </p:nvSpPr>
        <p:spPr>
          <a:xfrm>
            <a:off x="3179875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9" name="Google Shape;339;p47"/>
          <p:cNvSpPr txBox="1">
            <a:spLocks noGrp="1"/>
          </p:cNvSpPr>
          <p:nvPr>
            <p:ph type="body" idx="7"/>
          </p:nvPr>
        </p:nvSpPr>
        <p:spPr>
          <a:xfrm>
            <a:off x="467095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0" name="Google Shape;340;p47"/>
          <p:cNvSpPr txBox="1">
            <a:spLocks noGrp="1"/>
          </p:cNvSpPr>
          <p:nvPr>
            <p:ph type="body" idx="8"/>
          </p:nvPr>
        </p:nvSpPr>
        <p:spPr>
          <a:xfrm>
            <a:off x="6162000" y="4035670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1" name="Google Shape;341;p47"/>
          <p:cNvSpPr txBox="1">
            <a:spLocks noGrp="1"/>
          </p:cNvSpPr>
          <p:nvPr>
            <p:ph type="body" idx="9"/>
          </p:nvPr>
        </p:nvSpPr>
        <p:spPr>
          <a:xfrm>
            <a:off x="7653000" y="1668453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2" name="Google Shape;342;p47"/>
          <p:cNvSpPr txBox="1">
            <a:spLocks noGrp="1"/>
          </p:cNvSpPr>
          <p:nvPr>
            <p:ph type="body" idx="13"/>
          </p:nvPr>
        </p:nvSpPr>
        <p:spPr>
          <a:xfrm>
            <a:off x="765300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3" name="Google Shape;343;p47"/>
          <p:cNvSpPr>
            <a:spLocks noGrp="1"/>
          </p:cNvSpPr>
          <p:nvPr>
            <p:ph type="pic" idx="14"/>
          </p:nvPr>
        </p:nvSpPr>
        <p:spPr>
          <a:xfrm>
            <a:off x="3179925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4" name="Google Shape;344;p47"/>
          <p:cNvSpPr>
            <a:spLocks noGrp="1"/>
          </p:cNvSpPr>
          <p:nvPr>
            <p:ph type="pic" idx="15"/>
          </p:nvPr>
        </p:nvSpPr>
        <p:spPr>
          <a:xfrm>
            <a:off x="467100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5" name="Google Shape;345;p47"/>
          <p:cNvSpPr>
            <a:spLocks noGrp="1"/>
          </p:cNvSpPr>
          <p:nvPr>
            <p:ph type="pic" idx="16"/>
          </p:nvPr>
        </p:nvSpPr>
        <p:spPr>
          <a:xfrm>
            <a:off x="6162050" y="20452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6" name="Google Shape;346;p47"/>
          <p:cNvSpPr>
            <a:spLocks noGrp="1"/>
          </p:cNvSpPr>
          <p:nvPr>
            <p:ph type="pic" idx="17"/>
          </p:nvPr>
        </p:nvSpPr>
        <p:spPr>
          <a:xfrm>
            <a:off x="3179925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7" name="Google Shape;347;p47"/>
          <p:cNvSpPr>
            <a:spLocks noGrp="1"/>
          </p:cNvSpPr>
          <p:nvPr>
            <p:ph type="pic" idx="18"/>
          </p:nvPr>
        </p:nvSpPr>
        <p:spPr>
          <a:xfrm>
            <a:off x="467100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8" name="Google Shape;348;p47"/>
          <p:cNvSpPr>
            <a:spLocks noGrp="1"/>
          </p:cNvSpPr>
          <p:nvPr>
            <p:ph type="pic" idx="19"/>
          </p:nvPr>
        </p:nvSpPr>
        <p:spPr>
          <a:xfrm>
            <a:off x="6162050" y="257174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9" name="Google Shape;349;p47"/>
          <p:cNvSpPr>
            <a:spLocks noGrp="1"/>
          </p:cNvSpPr>
          <p:nvPr>
            <p:ph type="pic" idx="20"/>
          </p:nvPr>
        </p:nvSpPr>
        <p:spPr>
          <a:xfrm>
            <a:off x="765305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50" name="Google Shape;350;p47"/>
          <p:cNvSpPr>
            <a:spLocks noGrp="1"/>
          </p:cNvSpPr>
          <p:nvPr>
            <p:ph type="pic" idx="21"/>
          </p:nvPr>
        </p:nvSpPr>
        <p:spPr>
          <a:xfrm>
            <a:off x="765305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J - Texte &amp; Image / Fond Grey 10">
  <p:cSld name="TITLE_AND_TWO_COLUMNS_1_3">
    <p:bg>
      <p:bgPr>
        <a:solidFill>
          <a:schemeClr val="accent1"/>
        </a:solidFill>
        <a:effectLst/>
      </p:bgPr>
    </p:bg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48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53" name="Google Shape;353;p4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4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55" name="Google Shape;355;p48"/>
          <p:cNvSpPr txBox="1">
            <a:spLocks noGrp="1"/>
          </p:cNvSpPr>
          <p:nvPr>
            <p:ph type="body" idx="2"/>
          </p:nvPr>
        </p:nvSpPr>
        <p:spPr>
          <a:xfrm>
            <a:off x="197925" y="730775"/>
            <a:ext cx="4275000" cy="401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6" name="Google Shape;356;p48"/>
          <p:cNvSpPr>
            <a:spLocks noGrp="1"/>
          </p:cNvSpPr>
          <p:nvPr>
            <p:ph type="pic" idx="3"/>
          </p:nvPr>
        </p:nvSpPr>
        <p:spPr>
          <a:xfrm>
            <a:off x="4671000" y="730775"/>
            <a:ext cx="4275000" cy="40167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K - Texte / Fond Grey 11">
  <p:cSld name="TITLE_AND_TWO_COLUMNS_1_2">
    <p:bg>
      <p:bgPr>
        <a:solidFill>
          <a:schemeClr val="accent1"/>
        </a:solidFill>
        <a:effectLst/>
      </p:bgPr>
    </p:bg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4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59" name="Google Shape;359;p4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p4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61" name="Google Shape;361;p49"/>
          <p:cNvSpPr txBox="1">
            <a:spLocks noGrp="1"/>
          </p:cNvSpPr>
          <p:nvPr>
            <p:ph type="body" idx="2"/>
          </p:nvPr>
        </p:nvSpPr>
        <p:spPr>
          <a:xfrm>
            <a:off x="197925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2" name="Google Shape;362;p49"/>
          <p:cNvSpPr txBox="1">
            <a:spLocks noGrp="1"/>
          </p:cNvSpPr>
          <p:nvPr>
            <p:ph type="body" idx="3"/>
          </p:nvPr>
        </p:nvSpPr>
        <p:spPr>
          <a:xfrm>
            <a:off x="3179963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3" name="Google Shape;363;p49"/>
          <p:cNvSpPr txBox="1">
            <a:spLocks noGrp="1"/>
          </p:cNvSpPr>
          <p:nvPr>
            <p:ph type="body" idx="4"/>
          </p:nvPr>
        </p:nvSpPr>
        <p:spPr>
          <a:xfrm>
            <a:off x="6162000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L - Texte &amp; Image / Fond Grey 12">
  <p:cSld name="TITLE_AND_TWO_COLUMNS_1_2_1">
    <p:bg>
      <p:bgPr>
        <a:solidFill>
          <a:schemeClr val="accent1"/>
        </a:solidFill>
        <a:effectLst/>
      </p:bgPr>
    </p:bg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66" name="Google Shape;366;p5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5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68" name="Google Shape;368;p50"/>
          <p:cNvSpPr txBox="1">
            <a:spLocks noGrp="1"/>
          </p:cNvSpPr>
          <p:nvPr>
            <p:ph type="body" idx="2"/>
          </p:nvPr>
        </p:nvSpPr>
        <p:spPr>
          <a:xfrm>
            <a:off x="19792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9" name="Google Shape;369;p50"/>
          <p:cNvSpPr txBox="1">
            <a:spLocks noGrp="1"/>
          </p:cNvSpPr>
          <p:nvPr>
            <p:ph type="body" idx="3"/>
          </p:nvPr>
        </p:nvSpPr>
        <p:spPr>
          <a:xfrm>
            <a:off x="243445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0" name="Google Shape;370;p50"/>
          <p:cNvSpPr txBox="1">
            <a:spLocks noGrp="1"/>
          </p:cNvSpPr>
          <p:nvPr>
            <p:ph type="body" idx="4"/>
          </p:nvPr>
        </p:nvSpPr>
        <p:spPr>
          <a:xfrm>
            <a:off x="467097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1" name="Google Shape;371;p50"/>
          <p:cNvSpPr txBox="1">
            <a:spLocks noGrp="1"/>
          </p:cNvSpPr>
          <p:nvPr>
            <p:ph type="body" idx="5"/>
          </p:nvPr>
        </p:nvSpPr>
        <p:spPr>
          <a:xfrm>
            <a:off x="690750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2" name="Google Shape;372;p50"/>
          <p:cNvSpPr>
            <a:spLocks noGrp="1"/>
          </p:cNvSpPr>
          <p:nvPr>
            <p:ph type="pic" idx="6"/>
          </p:nvPr>
        </p:nvSpPr>
        <p:spPr>
          <a:xfrm>
            <a:off x="19792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3" name="Google Shape;373;p50"/>
          <p:cNvSpPr>
            <a:spLocks noGrp="1"/>
          </p:cNvSpPr>
          <p:nvPr>
            <p:ph type="pic" idx="7"/>
          </p:nvPr>
        </p:nvSpPr>
        <p:spPr>
          <a:xfrm>
            <a:off x="243445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4" name="Google Shape;374;p50"/>
          <p:cNvSpPr>
            <a:spLocks noGrp="1"/>
          </p:cNvSpPr>
          <p:nvPr>
            <p:ph type="pic" idx="8"/>
          </p:nvPr>
        </p:nvSpPr>
        <p:spPr>
          <a:xfrm>
            <a:off x="467097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5" name="Google Shape;375;p50"/>
          <p:cNvSpPr>
            <a:spLocks noGrp="1"/>
          </p:cNvSpPr>
          <p:nvPr>
            <p:ph type="pic" idx="9"/>
          </p:nvPr>
        </p:nvSpPr>
        <p:spPr>
          <a:xfrm>
            <a:off x="690750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M - Texte &amp; Image / Fond Grey 13">
  <p:cSld name="TITLE_AND_TWO_COLUMNS_1_2_1_1">
    <p:bg>
      <p:bgPr>
        <a:solidFill>
          <a:schemeClr val="accent1"/>
        </a:solidFill>
        <a:effectLst/>
      </p:bgPr>
    </p:bg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5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78" name="Google Shape;378;p5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5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80" name="Google Shape;380;p51"/>
          <p:cNvSpPr txBox="1">
            <a:spLocks noGrp="1"/>
          </p:cNvSpPr>
          <p:nvPr>
            <p:ph type="body" idx="2"/>
          </p:nvPr>
        </p:nvSpPr>
        <p:spPr>
          <a:xfrm>
            <a:off x="943350" y="2571750"/>
            <a:ext cx="72573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1" name="Google Shape;381;p51"/>
          <p:cNvSpPr>
            <a:spLocks noGrp="1"/>
          </p:cNvSpPr>
          <p:nvPr>
            <p:ph type="pic" idx="3"/>
          </p:nvPr>
        </p:nvSpPr>
        <p:spPr>
          <a:xfrm>
            <a:off x="943350" y="700500"/>
            <a:ext cx="72573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N - Texte / Fond Grey 14">
  <p:cSld name="TITLE_AND_TWO_COLUMNS_1_1">
    <p:bg>
      <p:bgPr>
        <a:solidFill>
          <a:schemeClr val="accent1"/>
        </a:solidFill>
        <a:effectLst/>
      </p:bgPr>
    </p:bg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5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84" name="Google Shape;384;p5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5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86" name="Google Shape;386;p52"/>
          <p:cNvSpPr txBox="1">
            <a:spLocks noGrp="1"/>
          </p:cNvSpPr>
          <p:nvPr>
            <p:ph type="body" idx="2"/>
          </p:nvPr>
        </p:nvSpPr>
        <p:spPr>
          <a:xfrm>
            <a:off x="197925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7" name="Google Shape;387;p52"/>
          <p:cNvSpPr txBox="1">
            <a:spLocks noGrp="1"/>
          </p:cNvSpPr>
          <p:nvPr>
            <p:ph type="body" idx="3"/>
          </p:nvPr>
        </p:nvSpPr>
        <p:spPr>
          <a:xfrm>
            <a:off x="4671000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8" name="Google Shape;388;p52"/>
          <p:cNvSpPr txBox="1">
            <a:spLocks noGrp="1"/>
          </p:cNvSpPr>
          <p:nvPr>
            <p:ph type="body" idx="4"/>
          </p:nvPr>
        </p:nvSpPr>
        <p:spPr>
          <a:xfrm>
            <a:off x="4671000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9" name="Google Shape;389;p52"/>
          <p:cNvSpPr txBox="1">
            <a:spLocks noGrp="1"/>
          </p:cNvSpPr>
          <p:nvPr>
            <p:ph type="body" idx="5"/>
          </p:nvPr>
        </p:nvSpPr>
        <p:spPr>
          <a:xfrm>
            <a:off x="197925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O - Vide / Fond Grey 15">
  <p:cSld name="TITLE_AND_TWO_COLUMNS_1_1_1">
    <p:bg>
      <p:bgPr>
        <a:solidFill>
          <a:schemeClr val="accent1"/>
        </a:solidFill>
        <a:effectLst/>
      </p:bgPr>
    </p:bg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1" name="Google Shape;391;p5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A - Transition avec Photo">
  <p:cSld name="CUSTOM_1_2">
    <p:bg>
      <p:bgPr>
        <a:solidFill>
          <a:schemeClr val="dk2"/>
        </a:solidFill>
        <a:effectLst/>
      </p:bgPr>
    </p:bg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5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394" name="Google Shape;394;p54"/>
          <p:cNvPicPr preferRelativeResize="0"/>
          <p:nvPr/>
        </p:nvPicPr>
        <p:blipFill rotWithShape="1">
          <a:blip r:embed="rId2">
            <a:alphaModFix/>
          </a:blip>
          <a:srcRect l="24199" r="9303" b="4215"/>
          <a:stretch/>
        </p:blipFill>
        <p:spPr>
          <a:xfrm>
            <a:off x="4179650" y="187275"/>
            <a:ext cx="4758300" cy="4568400"/>
          </a:xfrm>
          <a:prstGeom prst="roundRect">
            <a:avLst>
              <a:gd name="adj" fmla="val 2605"/>
            </a:avLst>
          </a:prstGeom>
          <a:noFill/>
          <a:ln>
            <a:noFill/>
          </a:ln>
        </p:spPr>
      </p:pic>
      <p:sp>
        <p:nvSpPr>
          <p:cNvPr id="395" name="Google Shape;395;p5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396" name="Google Shape;39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C - Transition avec Photo &amp; Forme">
  <p:cSld name="CUSTOM_1_2_1">
    <p:bg>
      <p:bgPr>
        <a:solidFill>
          <a:schemeClr val="dk2"/>
        </a:solidFill>
        <a:effectLst/>
      </p:bgPr>
    </p:bg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399" name="Google Shape;399;p55"/>
          <p:cNvPicPr preferRelativeResize="0"/>
          <p:nvPr/>
        </p:nvPicPr>
        <p:blipFill rotWithShape="1">
          <a:blip r:embed="rId2">
            <a:alphaModFix/>
          </a:blip>
          <a:srcRect l="24199" r="9303" b="4215"/>
          <a:stretch/>
        </p:blipFill>
        <p:spPr>
          <a:xfrm>
            <a:off x="4179650" y="187275"/>
            <a:ext cx="4758300" cy="4568400"/>
          </a:xfrm>
          <a:prstGeom prst="roundRect">
            <a:avLst>
              <a:gd name="adj" fmla="val 2605"/>
            </a:avLst>
          </a:prstGeom>
          <a:noFill/>
          <a:ln>
            <a:noFill/>
          </a:ln>
        </p:spPr>
      </p:pic>
      <p:pic>
        <p:nvPicPr>
          <p:cNvPr id="400" name="Google Shape;400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4860175" y="329425"/>
            <a:ext cx="8490126" cy="4201250"/>
          </a:xfrm>
          <a:prstGeom prst="rect">
            <a:avLst/>
          </a:prstGeom>
          <a:noFill/>
          <a:ln>
            <a:noFill/>
          </a:ln>
        </p:spPr>
      </p:pic>
      <p:sp>
        <p:nvSpPr>
          <p:cNvPr id="401" name="Google Shape;401;p55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02" name="Google Shape;402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B - Transition avec forme">
  <p:cSld name="CUSTOM_1_1">
    <p:bg>
      <p:bgPr>
        <a:solidFill>
          <a:schemeClr val="dk2"/>
        </a:solidFill>
        <a:effectLst/>
      </p:bgPr>
    </p:bg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5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405" name="Google Shape;405;p5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6161999" y="2571751"/>
            <a:ext cx="5989426" cy="2963799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5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Work Sans Medium"/>
              <a:buChar char="●"/>
              <a:defRPr sz="36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07" name="Google Shape;407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A - Transition / Data &amp; IA">
  <p:cSld name="CUSTOM">
    <p:bg>
      <p:bgPr>
        <a:solidFill>
          <a:schemeClr val="accent3"/>
        </a:solidFill>
        <a:effectLst/>
      </p:bgPr>
    </p:bg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57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10" name="Google Shape;410;p57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11" name="Google Shape;411;p5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2" name="Google Shape;412;p57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0987" y="3322434"/>
            <a:ext cx="4778949" cy="2341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B - Transition &amp; Image / Data &amp; IA">
  <p:cSld name="CUSTOM_3">
    <p:bg>
      <p:bgPr>
        <a:solidFill>
          <a:schemeClr val="accent3"/>
        </a:solidFill>
        <a:effectLst/>
      </p:bgPr>
    </p:bg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58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15" name="Google Shape;415;p58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16" name="Google Shape;416;p58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17" name="Google Shape;417;p5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8" name="Google Shape;418;p58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15" y="3219518"/>
            <a:ext cx="4625650" cy="2273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C - Transition &amp; Texte / Data &amp; IA">
  <p:cSld name="CUSTOM_3_1">
    <p:bg>
      <p:bgPr>
        <a:solidFill>
          <a:schemeClr val="lt1"/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59"/>
          <p:cNvSpPr/>
          <p:nvPr/>
        </p:nvSpPr>
        <p:spPr>
          <a:xfrm>
            <a:off x="-57225" y="-86025"/>
            <a:ext cx="5275800" cy="5315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59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2" name="Google Shape;422;p59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3" name="Google Shape;423;p59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24" name="Google Shape;424;p5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25" name="Google Shape;425;p59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02026" y="4617290"/>
            <a:ext cx="5951726" cy="294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D - Transition / Digital">
  <p:cSld name="CUSTOM_5">
    <p:bg>
      <p:bgPr>
        <a:solidFill>
          <a:schemeClr val="accent4"/>
        </a:solidFill>
        <a:effectLst/>
      </p:bgPr>
    </p:bg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7" name="Google Shape;427;p6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28" name="Google Shape;428;p60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9" name="Google Shape;429;p60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30" name="Google Shape;430;p60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1000" y="3322429"/>
            <a:ext cx="4778949" cy="2337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E - Transition &amp; Image / Digital">
  <p:cSld name="CUSTOM_3_2">
    <p:bg>
      <p:bgPr>
        <a:solidFill>
          <a:schemeClr val="accent4"/>
        </a:solidFill>
        <a:effectLst/>
      </p:bgPr>
    </p:bg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6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61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34" name="Google Shape;434;p61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35" name="Google Shape;435;p61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36" name="Google Shape;436;p61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25" y="3223499"/>
            <a:ext cx="4625651" cy="2269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F - Transition &amp; Texte / Digital">
  <p:cSld name="CUSTOM_3_1_1">
    <p:bg>
      <p:bgPr>
        <a:solidFill>
          <a:schemeClr val="lt1"/>
        </a:solidFill>
        <a:effectLst/>
      </p:bgPr>
    </p:bg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62"/>
          <p:cNvSpPr/>
          <p:nvPr/>
        </p:nvSpPr>
        <p:spPr>
          <a:xfrm>
            <a:off x="-64600" y="-56475"/>
            <a:ext cx="5283000" cy="525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39" name="Google Shape;439;p6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62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1" name="Google Shape;441;p62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2" name="Google Shape;442;p62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43" name="Google Shape;443;p62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15650" y="4618471"/>
            <a:ext cx="5970801" cy="294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G - Transition / Soft Dev">
  <p:cSld name="CUSTOM_5_1">
    <p:bg>
      <p:bgPr>
        <a:solidFill>
          <a:schemeClr val="accent2"/>
        </a:solidFill>
        <a:effectLst/>
      </p:bgPr>
    </p:bg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63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6" name="Google Shape;446;p63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47" name="Google Shape;447;p6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48" name="Google Shape;448;p63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0987" y="3322434"/>
            <a:ext cx="4778949" cy="2341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H - Transition &amp; Image / Soft Dev">
  <p:cSld name="CUSTOM_3_2_1">
    <p:bg>
      <p:bgPr>
        <a:solidFill>
          <a:schemeClr val="accent2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64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51" name="Google Shape;451;p6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2" name="Google Shape;452;p64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53" name="Google Shape;453;p6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64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15" y="3219518"/>
            <a:ext cx="4625650" cy="2273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I - Transition &amp; Texte / Soft Dev">
  <p:cSld name="CUSTOM_3_1_1_1">
    <p:bg>
      <p:bgPr>
        <a:solidFill>
          <a:schemeClr val="lt1"/>
        </a:solidFill>
        <a:effectLst/>
      </p:bgPr>
    </p:bg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65"/>
          <p:cNvSpPr/>
          <p:nvPr/>
        </p:nvSpPr>
        <p:spPr>
          <a:xfrm>
            <a:off x="-57225" y="-63875"/>
            <a:ext cx="5275800" cy="5271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7" name="Google Shape;457;p65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8" name="Google Shape;458;p65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9" name="Google Shape;459;p65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60" name="Google Shape;460;p6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61" name="Google Shape;461;p65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02026" y="4617290"/>
            <a:ext cx="5951726" cy="294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J - Transition / Cybersecurity">
  <p:cSld name="CUSTOM_5_1_1">
    <p:bg>
      <p:bgPr>
        <a:solidFill>
          <a:schemeClr val="accent5"/>
        </a:solidFill>
        <a:effectLst/>
      </p:bgPr>
    </p:bg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3" name="Google Shape;463;p6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64" name="Google Shape;464;p6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65" name="Google Shape;465;p66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66" name="Google Shape;466;p66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1000" y="3322429"/>
            <a:ext cx="4778949" cy="2337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K - Transition &amp; Image / Cybersecurity">
  <p:cSld name="CUSTOM_3_2_1_1">
    <p:bg>
      <p:bgPr>
        <a:solidFill>
          <a:schemeClr val="accent5"/>
        </a:solidFill>
        <a:effectLst/>
      </p:bgPr>
    </p:bg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8" name="Google Shape;468;p6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69" name="Google Shape;469;p67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70" name="Google Shape;470;p67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1" name="Google Shape;471;p67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72" name="Google Shape;472;p67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25" y="3223499"/>
            <a:ext cx="4625651" cy="2269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L - Transition &amp; Texte / Cybersecurity">
  <p:cSld name="CUSTOM_3_1_1_1_1">
    <p:bg>
      <p:bgPr>
        <a:solidFill>
          <a:schemeClr val="lt1"/>
        </a:solidFill>
        <a:effectLst/>
      </p:bgPr>
    </p:bg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68"/>
          <p:cNvSpPr/>
          <p:nvPr/>
        </p:nvSpPr>
        <p:spPr>
          <a:xfrm>
            <a:off x="-88300" y="-102500"/>
            <a:ext cx="5306700" cy="5348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75" name="Google Shape;475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p68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7" name="Google Shape;477;p68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8" name="Google Shape;478;p68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79" name="Google Shape;479;p68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15650" y="4618471"/>
            <a:ext cx="5970801" cy="294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C - Texte &amp; Image Fond Clair 3">
  <p:cSld name="CUSTOM_4">
    <p:spTree>
      <p:nvGrpSpPr>
        <p:cNvPr id="1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1" name="Google Shape;481;p6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6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483" name="Google Shape;483;p6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484" name="Google Shape;484;p69" title="Laptop Mockup.png"/>
          <p:cNvPicPr preferRelativeResize="0"/>
          <p:nvPr/>
        </p:nvPicPr>
        <p:blipFill rotWithShape="1">
          <a:blip r:embed="rId3">
            <a:alphaModFix/>
          </a:blip>
          <a:srcRect b="8139"/>
          <a:stretch/>
        </p:blipFill>
        <p:spPr>
          <a:xfrm>
            <a:off x="1208600" y="928126"/>
            <a:ext cx="6726799" cy="42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Google Shape;485;p69"/>
          <p:cNvSpPr/>
          <p:nvPr/>
        </p:nvSpPr>
        <p:spPr>
          <a:xfrm>
            <a:off x="1830500" y="1111250"/>
            <a:ext cx="5412300" cy="3521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69"/>
          <p:cNvSpPr>
            <a:spLocks noGrp="1"/>
          </p:cNvSpPr>
          <p:nvPr>
            <p:ph type="pic" idx="2"/>
          </p:nvPr>
        </p:nvSpPr>
        <p:spPr>
          <a:xfrm>
            <a:off x="1821475" y="1101825"/>
            <a:ext cx="5404500" cy="3531000"/>
          </a:xfrm>
          <a:prstGeom prst="roundRect">
            <a:avLst>
              <a:gd name="adj" fmla="val 178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C - Fin">
  <p:cSld name="CUSTOM_6">
    <p:bg>
      <p:bgPr>
        <a:solidFill>
          <a:schemeClr val="dk2"/>
        </a:solidFill>
        <a:effectLst/>
      </p:bgPr>
    </p:bg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8" name="Google Shape;488;p7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4928766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489" name="Google Shape;489;p70"/>
          <p:cNvSpPr txBox="1"/>
          <p:nvPr/>
        </p:nvSpPr>
        <p:spPr>
          <a:xfrm>
            <a:off x="180295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FFFFF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490" name="Google Shape;490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985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A - Sommaire uni">
  <p:cSld name="CUSTOM_6_1">
    <p:bg>
      <p:bgPr>
        <a:solidFill>
          <a:schemeClr val="accent1"/>
        </a:solidFill>
        <a:effectLst/>
      </p:bgPr>
    </p:bg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7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493" name="Google Shape;493;p7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94" name="Google Shape;494;p71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95" name="Google Shape;495;p71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496" name="Google Shape;496;p71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97" name="Google Shape;497;p71" title="Fichier 1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09501" y="2571740"/>
            <a:ext cx="4892924" cy="2404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 1">
  <p:cSld name="TITLE_1_1"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7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>
            <a:endParaRPr/>
          </a:p>
        </p:txBody>
      </p:sp>
      <p:sp>
        <p:nvSpPr>
          <p:cNvPr id="500" name="Google Shape;500;p7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01" name="Google Shape;501;p7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">
  <p:cSld name="TITLE_AND_BODY_1_3">
    <p:bg>
      <p:bgPr>
        <a:solidFill>
          <a:srgbClr val="E8E3D4"/>
        </a:solidFill>
        <a:effectLst/>
      </p:bgPr>
    </p:bg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73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04" name="Google Shape;504;p73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5" name="Google Shape;505;p73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73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07" name="Google Shape;507;p7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73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09" name="Google Shape;509;p73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10" name="Google Shape;510;p73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11" name="Google Shape;511;p73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5">
  <p:cSld name="TITLE_AND_BODY_6">
    <p:bg>
      <p:bgPr>
        <a:solidFill>
          <a:srgbClr val="E8E3D4"/>
        </a:solidFill>
        <a:effectLst/>
      </p:bgPr>
    </p:bg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74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14" name="Google Shape;514;p74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5" name="Google Shape;515;p74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16" name="Google Shape;516;p74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17" name="Google Shape;517;p7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18" name="Google Shape;518;p74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19" name="Google Shape;519;p74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20" name="Google Shape;520;p74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21" name="Google Shape;521;p74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1">
  <p:cSld name="TITLE_AND_BODY_7">
    <p:bg>
      <p:bgPr>
        <a:solidFill>
          <a:srgbClr val="E8E3D4"/>
        </a:solidFill>
        <a:effectLst/>
      </p:bgPr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75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24" name="Google Shape;524;p75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5" name="Google Shape;525;p75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26" name="Google Shape;526;p75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27" name="Google Shape;527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28" name="Google Shape;528;p75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29" name="Google Shape;529;p75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2">
  <p:cSld name="TITLE_AND_BODY_8">
    <p:bg>
      <p:bgPr>
        <a:solidFill>
          <a:srgbClr val="E8E3D4"/>
        </a:solidFill>
        <a:effectLst/>
      </p:bgPr>
    </p:bg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76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32" name="Google Shape;532;p76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3" name="Google Shape;533;p76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34" name="Google Shape;534;p76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35" name="Google Shape;535;p7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36" name="Google Shape;536;p76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37" name="Google Shape;537;p76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38" name="Google Shape;538;p76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39" name="Google Shape;539;p76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3">
  <p:cSld name="TITLE_AND_BODY_9">
    <p:bg>
      <p:bgPr>
        <a:solidFill>
          <a:srgbClr val="E8E3D4"/>
        </a:solidFill>
        <a:effectLst/>
      </p:bgPr>
    </p:bg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7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42" name="Google Shape;542;p77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3" name="Google Shape;543;p77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4" name="Google Shape;544;p77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45" name="Google Shape;545;p7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46" name="Google Shape;546;p77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47" name="Google Shape;547;p77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48" name="Google Shape;548;p77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49" name="Google Shape;549;p77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SECTION_HEADER_2">
    <p:bg>
      <p:bgPr>
        <a:solidFill>
          <a:srgbClr val="E8E3D4"/>
        </a:solidFill>
        <a:effectLst/>
      </p:bgPr>
    </p:bg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78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52" name="Google Shape;552;p7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53" name="Google Shape;553;p78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54" name="Google Shape;554;p78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4">
  <p:cSld name="TITLE_AND_BODY_10">
    <p:bg>
      <p:bgPr>
        <a:solidFill>
          <a:srgbClr val="E8E3D4"/>
        </a:solidFill>
        <a:effectLst/>
      </p:bgPr>
    </p:bg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79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57" name="Google Shape;557;p79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8" name="Google Shape;558;p79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9" name="Google Shape;559;p79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60" name="Google Shape;560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61" name="Google Shape;561;p79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62" name="Google Shape;562;p79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63" name="Google Shape;563;p79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4" name="Google Shape;564;p79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6">
  <p:cSld name="TITLE_AND_BODY_11">
    <p:bg>
      <p:bgPr>
        <a:solidFill>
          <a:srgbClr val="E8E3D4"/>
        </a:solidFill>
        <a:effectLst/>
      </p:bgPr>
    </p:bg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80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67" name="Google Shape;567;p80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8" name="Google Shape;568;p80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69" name="Google Shape;569;p80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70" name="Google Shape;570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71" name="Google Shape;571;p80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72" name="Google Shape;572;p80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73" name="Google Shape;573;p80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74" name="Google Shape;574;p80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7">
  <p:cSld name="TITLE_AND_BODY_12">
    <p:bg>
      <p:bgPr>
        <a:solidFill>
          <a:srgbClr val="E8E3D4"/>
        </a:solidFill>
        <a:effectLst/>
      </p:bgPr>
    </p:bg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81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77" name="Google Shape;577;p81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8" name="Google Shape;578;p81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81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80" name="Google Shape;58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81" name="Google Shape;581;p81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82" name="Google Shape;582;p81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 1">
  <p:cSld name="SECTION_HEADER_3">
    <p:bg>
      <p:bgPr>
        <a:solidFill>
          <a:srgbClr val="E8E3D4"/>
        </a:solidFill>
        <a:effectLst/>
      </p:bgPr>
    </p:bg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82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85" name="Google Shape;585;p8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6" name="Google Shape;586;p82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7" name="Google Shape;587;p82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2">
  <p:cSld name="TITLE_2">
    <p:bg>
      <p:bgPr>
        <a:solidFill>
          <a:srgbClr val="E8E3D4"/>
        </a:solidFill>
        <a:effectLst/>
      </p:bgPr>
    </p:bg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9" name="Google Shape;589;p8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38330" y="403365"/>
            <a:ext cx="1076958" cy="82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0" name="Google Shape;590;p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4263" y="4337565"/>
            <a:ext cx="2635477" cy="51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1" name="Google Shape;591;p8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60579" y="4002409"/>
            <a:ext cx="1076975" cy="676023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p83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rrière-plan simple" type="blank">
  <p:cSld name="BLANK">
    <p:bg>
      <p:bgPr>
        <a:solidFill>
          <a:srgbClr val="E8E3D4"/>
        </a:solidFill>
        <a:effectLst/>
      </p:bgPr>
    </p:bg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4" name="Google Shape;594;p8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95" name="Google Shape;595;p84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8">
  <p:cSld name="TITLE_AND_BODY_13">
    <p:bg>
      <p:bgPr>
        <a:solidFill>
          <a:srgbClr val="E8E3D4"/>
        </a:solidFill>
        <a:effectLst/>
      </p:bgPr>
    </p:bg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85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98" name="Google Shape;598;p85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9" name="Google Shape;599;p85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0" name="Google Shape;600;p85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601" name="Google Shape;601;p8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85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603" name="Google Shape;603;p85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 2">
  <p:cSld name="SECTION_HEADER_4">
    <p:bg>
      <p:bgPr>
        <a:solidFill>
          <a:srgbClr val="E8E3D4"/>
        </a:solidFill>
        <a:effectLst/>
      </p:bgPr>
    </p:bg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86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606" name="Google Shape;606;p8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 1 1">
  <p:cSld name="TITLE_1_2">
    <p:bg>
      <p:bgPr>
        <a:solidFill>
          <a:srgbClr val="E8E3D4"/>
        </a:solidFill>
        <a:effectLst/>
      </p:bgPr>
    </p:bg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8" name="Google Shape;608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38330" y="403365"/>
            <a:ext cx="1076958" cy="82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9" name="Google Shape;609;p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4263" y="4337565"/>
            <a:ext cx="2635477" cy="51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8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60579" y="4002409"/>
            <a:ext cx="1076975" cy="676023"/>
          </a:xfrm>
          <a:prstGeom prst="rect">
            <a:avLst/>
          </a:prstGeom>
          <a:noFill/>
          <a:ln>
            <a:noFill/>
          </a:ln>
        </p:spPr>
      </p:pic>
      <p:sp>
        <p:nvSpPr>
          <p:cNvPr id="611" name="Google Shape;611;p87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BODY_13_1">
  <p:cSld name="TITLE_AND_BODY_13_1"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p8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4" name="Google Shape;614;p8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5" name="Google Shape;615;p8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A - Sommaire uni 1">
  <p:cSld name="CUSTOM_6_1_1">
    <p:bg>
      <p:bgPr>
        <a:solidFill>
          <a:schemeClr val="accent1"/>
        </a:solidFill>
        <a:effectLst/>
      </p:bgPr>
    </p:bg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8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49799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618" name="Google Shape;618;p8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619" name="Google Shape;619;p89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20" name="Google Shape;620;p89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621" name="Google Shape;621;p89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622" name="Google Shape;622;p89" title="Fichier 17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09501" y="2571740"/>
            <a:ext cx="4892924" cy="2404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38.xml"/><Relationship Id="rId21" Type="http://schemas.openxmlformats.org/officeDocument/2006/relationships/slideLayout" Target="../slideLayouts/slideLayout33.xml"/><Relationship Id="rId42" Type="http://schemas.openxmlformats.org/officeDocument/2006/relationships/slideLayout" Target="../slideLayouts/slideLayout54.xml"/><Relationship Id="rId47" Type="http://schemas.openxmlformats.org/officeDocument/2006/relationships/slideLayout" Target="../slideLayouts/slideLayout59.xml"/><Relationship Id="rId63" Type="http://schemas.openxmlformats.org/officeDocument/2006/relationships/slideLayout" Target="../slideLayouts/slideLayout75.xml"/><Relationship Id="rId68" Type="http://schemas.openxmlformats.org/officeDocument/2006/relationships/slideLayout" Target="../slideLayouts/slideLayout80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36.xml"/><Relationship Id="rId32" Type="http://schemas.openxmlformats.org/officeDocument/2006/relationships/slideLayout" Target="../slideLayouts/slideLayout44.xml"/><Relationship Id="rId37" Type="http://schemas.openxmlformats.org/officeDocument/2006/relationships/slideLayout" Target="../slideLayouts/slideLayout49.xml"/><Relationship Id="rId40" Type="http://schemas.openxmlformats.org/officeDocument/2006/relationships/slideLayout" Target="../slideLayouts/slideLayout52.xml"/><Relationship Id="rId45" Type="http://schemas.openxmlformats.org/officeDocument/2006/relationships/slideLayout" Target="../slideLayouts/slideLayout57.xml"/><Relationship Id="rId53" Type="http://schemas.openxmlformats.org/officeDocument/2006/relationships/slideLayout" Target="../slideLayouts/slideLayout65.xml"/><Relationship Id="rId58" Type="http://schemas.openxmlformats.org/officeDocument/2006/relationships/slideLayout" Target="../slideLayouts/slideLayout70.xml"/><Relationship Id="rId66" Type="http://schemas.openxmlformats.org/officeDocument/2006/relationships/slideLayout" Target="../slideLayouts/slideLayout78.xml"/><Relationship Id="rId74" Type="http://schemas.openxmlformats.org/officeDocument/2006/relationships/slideLayout" Target="../slideLayouts/slideLayout86.xml"/><Relationship Id="rId5" Type="http://schemas.openxmlformats.org/officeDocument/2006/relationships/slideLayout" Target="../slideLayouts/slideLayout17.xml"/><Relationship Id="rId61" Type="http://schemas.openxmlformats.org/officeDocument/2006/relationships/slideLayout" Target="../slideLayouts/slideLayout73.xml"/><Relationship Id="rId19" Type="http://schemas.openxmlformats.org/officeDocument/2006/relationships/slideLayout" Target="../slideLayouts/slideLayout31.xml"/><Relationship Id="rId14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4.xml"/><Relationship Id="rId27" Type="http://schemas.openxmlformats.org/officeDocument/2006/relationships/slideLayout" Target="../slideLayouts/slideLayout39.xml"/><Relationship Id="rId30" Type="http://schemas.openxmlformats.org/officeDocument/2006/relationships/slideLayout" Target="../slideLayouts/slideLayout42.xml"/><Relationship Id="rId35" Type="http://schemas.openxmlformats.org/officeDocument/2006/relationships/slideLayout" Target="../slideLayouts/slideLayout47.xml"/><Relationship Id="rId43" Type="http://schemas.openxmlformats.org/officeDocument/2006/relationships/slideLayout" Target="../slideLayouts/slideLayout55.xml"/><Relationship Id="rId48" Type="http://schemas.openxmlformats.org/officeDocument/2006/relationships/slideLayout" Target="../slideLayouts/slideLayout60.xml"/><Relationship Id="rId56" Type="http://schemas.openxmlformats.org/officeDocument/2006/relationships/slideLayout" Target="../slideLayouts/slideLayout68.xml"/><Relationship Id="rId64" Type="http://schemas.openxmlformats.org/officeDocument/2006/relationships/slideLayout" Target="../slideLayouts/slideLayout76.xml"/><Relationship Id="rId69" Type="http://schemas.openxmlformats.org/officeDocument/2006/relationships/slideLayout" Target="../slideLayouts/slideLayout81.xml"/><Relationship Id="rId8" Type="http://schemas.openxmlformats.org/officeDocument/2006/relationships/slideLayout" Target="../slideLayouts/slideLayout20.xml"/><Relationship Id="rId51" Type="http://schemas.openxmlformats.org/officeDocument/2006/relationships/slideLayout" Target="../slideLayouts/slideLayout63.xml"/><Relationship Id="rId72" Type="http://schemas.openxmlformats.org/officeDocument/2006/relationships/slideLayout" Target="../slideLayouts/slideLayout84.xml"/><Relationship Id="rId3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5" Type="http://schemas.openxmlformats.org/officeDocument/2006/relationships/slideLayout" Target="../slideLayouts/slideLayout37.xml"/><Relationship Id="rId33" Type="http://schemas.openxmlformats.org/officeDocument/2006/relationships/slideLayout" Target="../slideLayouts/slideLayout45.xml"/><Relationship Id="rId38" Type="http://schemas.openxmlformats.org/officeDocument/2006/relationships/slideLayout" Target="../slideLayouts/slideLayout50.xml"/><Relationship Id="rId46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71.xml"/><Relationship Id="rId67" Type="http://schemas.openxmlformats.org/officeDocument/2006/relationships/slideLayout" Target="../slideLayouts/slideLayout79.xml"/><Relationship Id="rId20" Type="http://schemas.openxmlformats.org/officeDocument/2006/relationships/slideLayout" Target="../slideLayouts/slideLayout32.xml"/><Relationship Id="rId41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66.xml"/><Relationship Id="rId62" Type="http://schemas.openxmlformats.org/officeDocument/2006/relationships/slideLayout" Target="../slideLayouts/slideLayout74.xml"/><Relationship Id="rId70" Type="http://schemas.openxmlformats.org/officeDocument/2006/relationships/slideLayout" Target="../slideLayouts/slideLayout82.xml"/><Relationship Id="rId75" Type="http://schemas.openxmlformats.org/officeDocument/2006/relationships/theme" Target="../theme/theme2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35.xml"/><Relationship Id="rId28" Type="http://schemas.openxmlformats.org/officeDocument/2006/relationships/slideLayout" Target="../slideLayouts/slideLayout40.xml"/><Relationship Id="rId36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61.xml"/><Relationship Id="rId57" Type="http://schemas.openxmlformats.org/officeDocument/2006/relationships/slideLayout" Target="../slideLayouts/slideLayout69.xml"/><Relationship Id="rId10" Type="http://schemas.openxmlformats.org/officeDocument/2006/relationships/slideLayout" Target="../slideLayouts/slideLayout22.xml"/><Relationship Id="rId31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56.xml"/><Relationship Id="rId52" Type="http://schemas.openxmlformats.org/officeDocument/2006/relationships/slideLayout" Target="../slideLayouts/slideLayout64.xml"/><Relationship Id="rId60" Type="http://schemas.openxmlformats.org/officeDocument/2006/relationships/slideLayout" Target="../slideLayouts/slideLayout72.xml"/><Relationship Id="rId65" Type="http://schemas.openxmlformats.org/officeDocument/2006/relationships/slideLayout" Target="../slideLayouts/slideLayout77.xml"/><Relationship Id="rId73" Type="http://schemas.openxmlformats.org/officeDocument/2006/relationships/slideLayout" Target="../slideLayouts/slideLayout85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39" Type="http://schemas.openxmlformats.org/officeDocument/2006/relationships/slideLayout" Target="../slideLayouts/slideLayout51.xml"/><Relationship Id="rId34" Type="http://schemas.openxmlformats.org/officeDocument/2006/relationships/slideLayout" Target="../slideLayouts/slideLayout46.xml"/><Relationship Id="rId50" Type="http://schemas.openxmlformats.org/officeDocument/2006/relationships/slideLayout" Target="../slideLayouts/slideLayout62.xml"/><Relationship Id="rId55" Type="http://schemas.openxmlformats.org/officeDocument/2006/relationships/slideLayout" Target="../slideLayouts/slideLayout67.xml"/><Relationship Id="rId7" Type="http://schemas.openxmlformats.org/officeDocument/2006/relationships/slideLayout" Target="../slideLayouts/slideLayout19.xml"/><Relationship Id="rId71" Type="http://schemas.openxmlformats.org/officeDocument/2006/relationships/slideLayout" Target="../slideLayouts/slideLayout8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  <p:sldLayoutId id="2147483716" r:id="rId56"/>
    <p:sldLayoutId id="2147483717" r:id="rId57"/>
    <p:sldLayoutId id="2147483718" r:id="rId58"/>
    <p:sldLayoutId id="2147483719" r:id="rId59"/>
    <p:sldLayoutId id="2147483720" r:id="rId60"/>
    <p:sldLayoutId id="2147483721" r:id="rId61"/>
    <p:sldLayoutId id="2147483722" r:id="rId62"/>
    <p:sldLayoutId id="2147483723" r:id="rId63"/>
    <p:sldLayoutId id="2147483724" r:id="rId64"/>
    <p:sldLayoutId id="2147483725" r:id="rId65"/>
    <p:sldLayoutId id="2147483726" r:id="rId66"/>
    <p:sldLayoutId id="2147483727" r:id="rId67"/>
    <p:sldLayoutId id="2147483728" r:id="rId68"/>
    <p:sldLayoutId id="2147483729" r:id="rId69"/>
    <p:sldLayoutId id="2147483730" r:id="rId70"/>
    <p:sldLayoutId id="2147483731" r:id="rId71"/>
    <p:sldLayoutId id="2147483732" r:id="rId72"/>
    <p:sldLayoutId id="2147483733" r:id="rId73"/>
    <p:sldLayoutId id="2147483734" r:id="rId7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25">
          <p15:clr>
            <a:srgbClr val="E46962"/>
          </p15:clr>
        </p15:guide>
        <p15:guide id="2" pos="470">
          <p15:clr>
            <a:srgbClr val="E46962"/>
          </p15:clr>
        </p15:guide>
        <p15:guide id="3" pos="594">
          <p15:clr>
            <a:srgbClr val="E46962"/>
          </p15:clr>
        </p15:guide>
        <p15:guide id="4" pos="939">
          <p15:clr>
            <a:srgbClr val="E46962"/>
          </p15:clr>
        </p15:guide>
        <p15:guide id="5" pos="1064">
          <p15:clr>
            <a:srgbClr val="E46962"/>
          </p15:clr>
        </p15:guide>
        <p15:guide id="6" pos="1409">
          <p15:clr>
            <a:srgbClr val="E46962"/>
          </p15:clr>
        </p15:guide>
        <p15:guide id="7" pos="1534">
          <p15:clr>
            <a:srgbClr val="E46962"/>
          </p15:clr>
        </p15:guide>
        <p15:guide id="8" pos="1878">
          <p15:clr>
            <a:srgbClr val="E46962"/>
          </p15:clr>
        </p15:guide>
        <p15:guide id="9" pos="2003">
          <p15:clr>
            <a:srgbClr val="E46962"/>
          </p15:clr>
        </p15:guide>
        <p15:guide id="10" pos="2348">
          <p15:clr>
            <a:srgbClr val="E46962"/>
          </p15:clr>
        </p15:guide>
        <p15:guide id="11" pos="2473">
          <p15:clr>
            <a:srgbClr val="E46962"/>
          </p15:clr>
        </p15:guide>
        <p15:guide id="12" pos="2818">
          <p15:clr>
            <a:srgbClr val="E46962"/>
          </p15:clr>
        </p15:guide>
        <p15:guide id="13" pos="2942">
          <p15:clr>
            <a:srgbClr val="E46962"/>
          </p15:clr>
        </p15:guide>
        <p15:guide id="14" pos="3287">
          <p15:clr>
            <a:srgbClr val="E46962"/>
          </p15:clr>
        </p15:guide>
        <p15:guide id="15" pos="3412">
          <p15:clr>
            <a:srgbClr val="E46962"/>
          </p15:clr>
        </p15:guide>
        <p15:guide id="16" pos="3757">
          <p15:clr>
            <a:srgbClr val="E46962"/>
          </p15:clr>
        </p15:guide>
        <p15:guide id="17" pos="3882">
          <p15:clr>
            <a:srgbClr val="E46962"/>
          </p15:clr>
        </p15:guide>
        <p15:guide id="18" pos="4226">
          <p15:clr>
            <a:srgbClr val="E46962"/>
          </p15:clr>
        </p15:guide>
        <p15:guide id="19" pos="4351">
          <p15:clr>
            <a:srgbClr val="E46962"/>
          </p15:clr>
        </p15:guide>
        <p15:guide id="20" pos="4696">
          <p15:clr>
            <a:srgbClr val="E46962"/>
          </p15:clr>
        </p15:guide>
        <p15:guide id="21" pos="4821">
          <p15:clr>
            <a:srgbClr val="E46962"/>
          </p15:clr>
        </p15:guide>
        <p15:guide id="22" pos="5166">
          <p15:clr>
            <a:srgbClr val="E46962"/>
          </p15:clr>
        </p15:guide>
        <p15:guide id="23" pos="5290">
          <p15:clr>
            <a:srgbClr val="E46962"/>
          </p15:clr>
        </p15:guide>
        <p15:guide id="24" pos="5635">
          <p15:clr>
            <a:srgbClr val="E46962"/>
          </p15:clr>
        </p15:guide>
        <p15:guide id="25" orient="horz" pos="125">
          <p15:clr>
            <a:srgbClr val="E46962"/>
          </p15:clr>
        </p15:guide>
        <p15:guide id="26" orient="horz" pos="2991">
          <p15:clr>
            <a:srgbClr val="E46962"/>
          </p15:clr>
        </p15:guide>
        <p15:guide id="27" orient="horz" pos="1495">
          <p15:clr>
            <a:srgbClr val="E46962"/>
          </p15:clr>
        </p15:guide>
        <p15:guide id="28" orient="horz" pos="1620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32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5.png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5" Type="http://schemas.openxmlformats.org/officeDocument/2006/relationships/image" Target="../media/image3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Relationship Id="rId14" Type="http://schemas.openxmlformats.org/officeDocument/2006/relationships/image" Target="../media/image3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35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2.png"/><Relationship Id="rId7" Type="http://schemas.openxmlformats.org/officeDocument/2006/relationships/image" Target="../media/image29.png"/><Relationship Id="rId12" Type="http://schemas.openxmlformats.org/officeDocument/2006/relationships/image" Target="../media/image3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8.png"/><Relationship Id="rId11" Type="http://schemas.openxmlformats.org/officeDocument/2006/relationships/image" Target="../media/image23.png"/><Relationship Id="rId5" Type="http://schemas.openxmlformats.org/officeDocument/2006/relationships/image" Target="../media/image27.png"/><Relationship Id="rId10" Type="http://schemas.openxmlformats.org/officeDocument/2006/relationships/image" Target="../media/image30.png"/><Relationship Id="rId4" Type="http://schemas.openxmlformats.org/officeDocument/2006/relationships/image" Target="../media/image25.png"/><Relationship Id="rId9" Type="http://schemas.openxmlformats.org/officeDocument/2006/relationships/image" Target="../media/image3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5.xml"/><Relationship Id="rId6" Type="http://schemas.openxmlformats.org/officeDocument/2006/relationships/image" Target="../media/image40.gif"/><Relationship Id="rId5" Type="http://schemas.openxmlformats.org/officeDocument/2006/relationships/image" Target="../media/image39.png"/><Relationship Id="rId4" Type="http://schemas.openxmlformats.org/officeDocument/2006/relationships/image" Target="../media/image3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90"/>
          <p:cNvSpPr txBox="1">
            <a:spLocks noGrp="1"/>
          </p:cNvSpPr>
          <p:nvPr>
            <p:ph type="title"/>
          </p:nvPr>
        </p:nvSpPr>
        <p:spPr>
          <a:xfrm>
            <a:off x="198000" y="1506075"/>
            <a:ext cx="5766000" cy="529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highlight>
                  <a:srgbClr val="FF6745"/>
                </a:highlight>
                <a:latin typeface="Inter SemiBold"/>
                <a:ea typeface="Inter SemiBold"/>
                <a:cs typeface="Inter SemiBold"/>
                <a:sym typeface="Inter SemiBold"/>
              </a:rPr>
              <a:t>DATA ENGINEER</a:t>
            </a:r>
            <a:endParaRPr dirty="0"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28" name="Google Shape;628;p90"/>
          <p:cNvSpPr txBox="1">
            <a:spLocks noGrp="1"/>
          </p:cNvSpPr>
          <p:nvPr>
            <p:ph type="title" idx="2"/>
          </p:nvPr>
        </p:nvSpPr>
        <p:spPr>
          <a:xfrm>
            <a:off x="198000" y="198000"/>
            <a:ext cx="5918400" cy="124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 dirty="0">
                <a:latin typeface="Work Sans"/>
                <a:ea typeface="Work Sans"/>
                <a:cs typeface="Work Sans"/>
                <a:sym typeface="Work Sans"/>
              </a:rPr>
              <a:t>Presentation of</a:t>
            </a:r>
            <a:endParaRPr b="1" dirty="0">
              <a:latin typeface="Work Sans"/>
              <a:ea typeface="Work Sans"/>
              <a:cs typeface="Work Sans"/>
              <a:sym typeface="Work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 dirty="0">
                <a:solidFill>
                  <a:schemeClr val="lt2"/>
                </a:solidFill>
                <a:latin typeface="Work Sans"/>
                <a:ea typeface="Work Sans"/>
                <a:cs typeface="Work Sans"/>
                <a:sym typeface="Work Sans"/>
              </a:rPr>
              <a:t>Job Market Project 2026</a:t>
            </a:r>
            <a:endParaRPr b="1" dirty="0">
              <a:solidFill>
                <a:schemeClr val="lt2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92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627700" cy="42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>
                <a:latin typeface="Work Sans"/>
                <a:ea typeface="Work Sans"/>
                <a:cs typeface="Work Sans"/>
                <a:sym typeface="Work Sans"/>
              </a:rPr>
              <a:t>Table of Contents</a:t>
            </a:r>
            <a:endParaRPr b="1"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47" name="Google Shape;647;p92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1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2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3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4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5</a:t>
            </a:r>
            <a:endParaRPr dirty="0"/>
          </a:p>
        </p:txBody>
      </p:sp>
      <p:sp>
        <p:nvSpPr>
          <p:cNvPr id="648" name="Google Shape;648;p92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First section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Second section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Third section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Fourth section</a:t>
            </a:r>
            <a:endParaRPr dirty="0"/>
          </a:p>
          <a:p>
            <a:pPr lvl="0">
              <a:buNone/>
            </a:pPr>
            <a:r>
              <a:rPr lang="fr" dirty="0"/>
              <a:t>Fifth section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7E1"/>
        </a:solidFill>
        <a:effectLst/>
      </p:bgPr>
    </p:bg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6" name="Google Shape;666;p9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500"/>
            <a:ext cx="547501" cy="172861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9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45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dirty="0">
                <a:solidFill>
                  <a:srgbClr val="FF6745"/>
                </a:solidFill>
              </a:rPr>
              <a:t>First section</a:t>
            </a:r>
            <a:endParaRPr dirty="0">
              <a:solidFill>
                <a:srgbClr val="FF6745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FF6745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6745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1C6A085-9504-8E91-8454-C69F19D256F2}"/>
              </a:ext>
            </a:extLst>
          </p:cNvPr>
          <p:cNvSpPr/>
          <p:nvPr/>
        </p:nvSpPr>
        <p:spPr>
          <a:xfrm>
            <a:off x="950293" y="654602"/>
            <a:ext cx="7066567" cy="420922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Project Overview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/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25" name="Group 624">
            <a:extLst>
              <a:ext uri="{FF2B5EF4-FFF2-40B4-BE49-F238E27FC236}">
                <a16:creationId xmlns:a16="http://schemas.microsoft.com/office/drawing/2014/main" id="{398B0777-E877-D93E-BD92-C04A16A920FE}"/>
              </a:ext>
            </a:extLst>
          </p:cNvPr>
          <p:cNvGrpSpPr/>
          <p:nvPr/>
        </p:nvGrpSpPr>
        <p:grpSpPr>
          <a:xfrm>
            <a:off x="4271478" y="2017557"/>
            <a:ext cx="858424" cy="423153"/>
            <a:chOff x="4142788" y="2171346"/>
            <a:chExt cx="858424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DC02452-9375-CBE7-83E6-04F974B56B92}"/>
                </a:ext>
              </a:extLst>
            </p:cNvPr>
            <p:cNvSpPr/>
            <p:nvPr/>
          </p:nvSpPr>
          <p:spPr>
            <a:xfrm>
              <a:off x="4142788" y="2171346"/>
              <a:ext cx="858424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dirty="0"/>
                <a:t>ETL</a:t>
              </a:r>
            </a:p>
          </p:txBody>
        </p:sp>
        <p:pic>
          <p:nvPicPr>
            <p:cNvPr id="5" name="Picture 4" descr="Python (programming language) - Wikipedia">
              <a:extLst>
                <a:ext uri="{FF2B5EF4-FFF2-40B4-BE49-F238E27FC236}">
                  <a16:creationId xmlns:a16="http://schemas.microsoft.com/office/drawing/2014/main" id="{82223FD1-8496-6C81-F2F1-F0D840AF50B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77537" y="2201629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grpSp>
        <p:nvGrpSpPr>
          <p:cNvPr id="624" name="Group 623">
            <a:extLst>
              <a:ext uri="{FF2B5EF4-FFF2-40B4-BE49-F238E27FC236}">
                <a16:creationId xmlns:a16="http://schemas.microsoft.com/office/drawing/2014/main" id="{A5A0CC1E-9DDB-6C92-FB4E-EF480D1C78F1}"/>
              </a:ext>
            </a:extLst>
          </p:cNvPr>
          <p:cNvGrpSpPr/>
          <p:nvPr/>
        </p:nvGrpSpPr>
        <p:grpSpPr>
          <a:xfrm>
            <a:off x="3662259" y="971973"/>
            <a:ext cx="2076856" cy="423153"/>
            <a:chOff x="851170" y="2258330"/>
            <a:chExt cx="2076856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81B1997-A097-3A4C-BF2A-B6366A474C25}"/>
                </a:ext>
              </a:extLst>
            </p:cNvPr>
            <p:cNvSpPr/>
            <p:nvPr/>
          </p:nvSpPr>
          <p:spPr>
            <a:xfrm>
              <a:off x="851170" y="2258330"/>
              <a:ext cx="2076856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dirty="0" err="1"/>
                <a:t>Arbeitsagentur</a:t>
              </a:r>
              <a:r>
                <a:rPr lang="en-US" dirty="0"/>
                <a:t> API</a:t>
              </a: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2C43E67-FADA-3F37-4E20-971537F7D9A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9796" y="2291181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pic>
        <p:nvPicPr>
          <p:cNvPr id="44" name="Picture 43">
            <a:extLst>
              <a:ext uri="{FF2B5EF4-FFF2-40B4-BE49-F238E27FC236}">
                <a16:creationId xmlns:a16="http://schemas.microsoft.com/office/drawing/2014/main" id="{83D93FB8-C976-FD61-4A75-03ED41F49C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4382" y="2018748"/>
            <a:ext cx="473331" cy="42315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A444A515-4F48-6511-2111-3AE0A97D83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85122" y="2017557"/>
            <a:ext cx="393496" cy="452741"/>
          </a:xfrm>
          <a:prstGeom prst="rect">
            <a:avLst/>
          </a:prstGeom>
        </p:spPr>
      </p:pic>
      <p:sp>
        <p:nvSpPr>
          <p:cNvPr id="630" name="TextBox 629">
            <a:extLst>
              <a:ext uri="{FF2B5EF4-FFF2-40B4-BE49-F238E27FC236}">
                <a16:creationId xmlns:a16="http://schemas.microsoft.com/office/drawing/2014/main" id="{7D7D51CE-BB6A-E548-BFE4-315091EE825B}"/>
              </a:ext>
            </a:extLst>
          </p:cNvPr>
          <p:cNvSpPr txBox="1"/>
          <p:nvPr/>
        </p:nvSpPr>
        <p:spPr>
          <a:xfrm>
            <a:off x="4700686" y="1507860"/>
            <a:ext cx="17556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Job data (JSON)</a:t>
            </a:r>
          </a:p>
        </p:txBody>
      </p:sp>
      <p:pic>
        <p:nvPicPr>
          <p:cNvPr id="655" name="Picture 654">
            <a:extLst>
              <a:ext uri="{FF2B5EF4-FFF2-40B4-BE49-F238E27FC236}">
                <a16:creationId xmlns:a16="http://schemas.microsoft.com/office/drawing/2014/main" id="{2BE3BB11-A8F8-F691-35C6-48F43D59F3D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93918" y="4060614"/>
            <a:ext cx="762002" cy="252985"/>
          </a:xfrm>
          <a:prstGeom prst="rect">
            <a:avLst/>
          </a:prstGeom>
        </p:spPr>
      </p:pic>
      <p:sp>
        <p:nvSpPr>
          <p:cNvPr id="657" name="TextBox 656">
            <a:extLst>
              <a:ext uri="{FF2B5EF4-FFF2-40B4-BE49-F238E27FC236}">
                <a16:creationId xmlns:a16="http://schemas.microsoft.com/office/drawing/2014/main" id="{C7E9C915-7304-1879-E79F-A090CE9804E2}"/>
              </a:ext>
            </a:extLst>
          </p:cNvPr>
          <p:cNvSpPr txBox="1"/>
          <p:nvPr/>
        </p:nvSpPr>
        <p:spPr>
          <a:xfrm>
            <a:off x="3306943" y="4035755"/>
            <a:ext cx="8868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Dash</a:t>
            </a:r>
          </a:p>
        </p:txBody>
      </p:sp>
      <p:pic>
        <p:nvPicPr>
          <p:cNvPr id="661" name="Picture 660">
            <a:extLst>
              <a:ext uri="{FF2B5EF4-FFF2-40B4-BE49-F238E27FC236}">
                <a16:creationId xmlns:a16="http://schemas.microsoft.com/office/drawing/2014/main" id="{07FF058C-1A44-770B-699A-FAD84F0BB73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62259" y="3568510"/>
            <a:ext cx="641289" cy="509775"/>
          </a:xfrm>
          <a:prstGeom prst="rect">
            <a:avLst/>
          </a:prstGeom>
        </p:spPr>
      </p:pic>
      <p:cxnSp>
        <p:nvCxnSpPr>
          <p:cNvPr id="664" name="Straight Arrow Connector 663">
            <a:extLst>
              <a:ext uri="{FF2B5EF4-FFF2-40B4-BE49-F238E27FC236}">
                <a16:creationId xmlns:a16="http://schemas.microsoft.com/office/drawing/2014/main" id="{DA38EAE7-6C33-11B7-E6A0-B58DA3CCA933}"/>
              </a:ext>
            </a:extLst>
          </p:cNvPr>
          <p:cNvCxnSpPr>
            <a:cxnSpLocks/>
            <a:stCxn id="35" idx="2"/>
            <a:endCxn id="11" idx="0"/>
          </p:cNvCxnSpPr>
          <p:nvPr/>
        </p:nvCxnSpPr>
        <p:spPr>
          <a:xfrm>
            <a:off x="4700687" y="1395126"/>
            <a:ext cx="3" cy="62243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70" name="TextBox 669">
            <a:extLst>
              <a:ext uri="{FF2B5EF4-FFF2-40B4-BE49-F238E27FC236}">
                <a16:creationId xmlns:a16="http://schemas.microsoft.com/office/drawing/2014/main" id="{220A921E-3BED-CF0C-A6C8-5CD5F4DF1141}"/>
              </a:ext>
            </a:extLst>
          </p:cNvPr>
          <p:cNvSpPr txBox="1"/>
          <p:nvPr/>
        </p:nvSpPr>
        <p:spPr>
          <a:xfrm>
            <a:off x="2184105" y="1933619"/>
            <a:ext cx="20768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Raw + processed data</a:t>
            </a:r>
          </a:p>
        </p:txBody>
      </p:sp>
      <p:sp>
        <p:nvSpPr>
          <p:cNvPr id="672" name="TextBox 671">
            <a:extLst>
              <a:ext uri="{FF2B5EF4-FFF2-40B4-BE49-F238E27FC236}">
                <a16:creationId xmlns:a16="http://schemas.microsoft.com/office/drawing/2014/main" id="{6F35D384-14C9-9240-4218-473451B1D645}"/>
              </a:ext>
            </a:extLst>
          </p:cNvPr>
          <p:cNvSpPr txBox="1"/>
          <p:nvPr/>
        </p:nvSpPr>
        <p:spPr>
          <a:xfrm>
            <a:off x="5140416" y="1944908"/>
            <a:ext cx="21318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Processed job data</a:t>
            </a:r>
          </a:p>
        </p:txBody>
      </p:sp>
      <p:sp>
        <p:nvSpPr>
          <p:cNvPr id="681" name="TextBox 680">
            <a:extLst>
              <a:ext uri="{FF2B5EF4-FFF2-40B4-BE49-F238E27FC236}">
                <a16:creationId xmlns:a16="http://schemas.microsoft.com/office/drawing/2014/main" id="{11355667-9E18-D083-460B-4CFD7B8F0CD5}"/>
              </a:ext>
            </a:extLst>
          </p:cNvPr>
          <p:cNvSpPr txBox="1"/>
          <p:nvPr/>
        </p:nvSpPr>
        <p:spPr>
          <a:xfrm>
            <a:off x="1564585" y="1271270"/>
            <a:ext cx="79931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Data</a:t>
            </a:r>
          </a:p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Archive</a:t>
            </a:r>
          </a:p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(JSON)</a:t>
            </a:r>
          </a:p>
        </p:txBody>
      </p:sp>
      <p:pic>
        <p:nvPicPr>
          <p:cNvPr id="713" name="Picture 712">
            <a:extLst>
              <a:ext uri="{FF2B5EF4-FFF2-40B4-BE49-F238E27FC236}">
                <a16:creationId xmlns:a16="http://schemas.microsoft.com/office/drawing/2014/main" id="{35AC9762-5AB8-847D-E042-C929950FA8D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95022" y="4110004"/>
            <a:ext cx="701850" cy="129515"/>
          </a:xfrm>
          <a:prstGeom prst="rect">
            <a:avLst/>
          </a:prstGeom>
        </p:spPr>
      </p:pic>
      <p:pic>
        <p:nvPicPr>
          <p:cNvPr id="715" name="Picture 714">
            <a:extLst>
              <a:ext uri="{FF2B5EF4-FFF2-40B4-BE49-F238E27FC236}">
                <a16:creationId xmlns:a16="http://schemas.microsoft.com/office/drawing/2014/main" id="{1D508615-F7DD-7779-19BA-0980A2B8775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06383" y="3552235"/>
            <a:ext cx="690489" cy="509775"/>
          </a:xfrm>
          <a:prstGeom prst="rect">
            <a:avLst/>
          </a:prstGeom>
        </p:spPr>
      </p:pic>
      <p:cxnSp>
        <p:nvCxnSpPr>
          <p:cNvPr id="719" name="Straight Arrow Connector 718">
            <a:extLst>
              <a:ext uri="{FF2B5EF4-FFF2-40B4-BE49-F238E27FC236}">
                <a16:creationId xmlns:a16="http://schemas.microsoft.com/office/drawing/2014/main" id="{A247DC78-1838-A5CB-076D-DC5F07103284}"/>
              </a:ext>
            </a:extLst>
          </p:cNvPr>
          <p:cNvCxnSpPr>
            <a:stCxn id="661" idx="3"/>
            <a:endCxn id="715" idx="1"/>
          </p:cNvCxnSpPr>
          <p:nvPr/>
        </p:nvCxnSpPr>
        <p:spPr>
          <a:xfrm flipV="1">
            <a:off x="4303548" y="3807123"/>
            <a:ext cx="1602835" cy="16275"/>
          </a:xfrm>
          <a:prstGeom prst="straightConnector1">
            <a:avLst/>
          </a:prstGeom>
          <a:ln w="19050">
            <a:prstDash val="solid"/>
            <a:headEnd type="triangle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721" name="Picture 720">
            <a:extLst>
              <a:ext uri="{FF2B5EF4-FFF2-40B4-BE49-F238E27FC236}">
                <a16:creationId xmlns:a16="http://schemas.microsoft.com/office/drawing/2014/main" id="{690CBB62-758B-2BC9-70D3-8F63BD4138C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70739" y="4122559"/>
            <a:ext cx="268468" cy="299468"/>
          </a:xfrm>
          <a:prstGeom prst="rect">
            <a:avLst/>
          </a:prstGeom>
        </p:spPr>
      </p:pic>
      <p:pic>
        <p:nvPicPr>
          <p:cNvPr id="723" name="Picture 722">
            <a:extLst>
              <a:ext uri="{FF2B5EF4-FFF2-40B4-BE49-F238E27FC236}">
                <a16:creationId xmlns:a16="http://schemas.microsoft.com/office/drawing/2014/main" id="{0AC96730-7A28-4752-CA99-E58F565EFE8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68780" y="3253164"/>
            <a:ext cx="300157" cy="307778"/>
          </a:xfrm>
          <a:prstGeom prst="rect">
            <a:avLst/>
          </a:prstGeom>
        </p:spPr>
      </p:pic>
      <p:pic>
        <p:nvPicPr>
          <p:cNvPr id="725" name="Picture 724">
            <a:extLst>
              <a:ext uri="{FF2B5EF4-FFF2-40B4-BE49-F238E27FC236}">
                <a16:creationId xmlns:a16="http://schemas.microsoft.com/office/drawing/2014/main" id="{FB64D3D1-413D-52A3-5DA2-B490982608E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665949" y="3707967"/>
            <a:ext cx="305821" cy="263412"/>
          </a:xfrm>
          <a:prstGeom prst="rect">
            <a:avLst/>
          </a:prstGeom>
        </p:spPr>
      </p:pic>
      <p:cxnSp>
        <p:nvCxnSpPr>
          <p:cNvPr id="727" name="Straight Arrow Connector 726">
            <a:extLst>
              <a:ext uri="{FF2B5EF4-FFF2-40B4-BE49-F238E27FC236}">
                <a16:creationId xmlns:a16="http://schemas.microsoft.com/office/drawing/2014/main" id="{53619467-1B8B-23F0-54A3-86287FE183B8}"/>
              </a:ext>
            </a:extLst>
          </p:cNvPr>
          <p:cNvCxnSpPr>
            <a:stCxn id="661" idx="1"/>
            <a:endCxn id="723" idx="3"/>
          </p:cNvCxnSpPr>
          <p:nvPr/>
        </p:nvCxnSpPr>
        <p:spPr>
          <a:xfrm flipH="1" flipV="1">
            <a:off x="2968937" y="3407053"/>
            <a:ext cx="693322" cy="41634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8" name="Straight Arrow Connector 727">
            <a:extLst>
              <a:ext uri="{FF2B5EF4-FFF2-40B4-BE49-F238E27FC236}">
                <a16:creationId xmlns:a16="http://schemas.microsoft.com/office/drawing/2014/main" id="{94E5BC87-C648-21B8-3792-380F77D3D9B9}"/>
              </a:ext>
            </a:extLst>
          </p:cNvPr>
          <p:cNvCxnSpPr>
            <a:cxnSpLocks/>
            <a:stCxn id="661" idx="1"/>
            <a:endCxn id="725" idx="3"/>
          </p:cNvCxnSpPr>
          <p:nvPr/>
        </p:nvCxnSpPr>
        <p:spPr>
          <a:xfrm flipH="1">
            <a:off x="2971770" y="3823398"/>
            <a:ext cx="690489" cy="1627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9" name="Straight Arrow Connector 728">
            <a:extLst>
              <a:ext uri="{FF2B5EF4-FFF2-40B4-BE49-F238E27FC236}">
                <a16:creationId xmlns:a16="http://schemas.microsoft.com/office/drawing/2014/main" id="{6E46181C-2FE8-4E34-2ABB-17A3297CCE1B}"/>
              </a:ext>
            </a:extLst>
          </p:cNvPr>
          <p:cNvCxnSpPr>
            <a:cxnSpLocks/>
            <a:stCxn id="661" idx="1"/>
            <a:endCxn id="721" idx="3"/>
          </p:cNvCxnSpPr>
          <p:nvPr/>
        </p:nvCxnSpPr>
        <p:spPr>
          <a:xfrm flipH="1">
            <a:off x="2939207" y="3823398"/>
            <a:ext cx="723052" cy="44889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7" name="Straight Arrow Connector 756">
            <a:extLst>
              <a:ext uri="{FF2B5EF4-FFF2-40B4-BE49-F238E27FC236}">
                <a16:creationId xmlns:a16="http://schemas.microsoft.com/office/drawing/2014/main" id="{2260DACB-E59B-1BD8-43F9-0A3098A4B1B4}"/>
              </a:ext>
            </a:extLst>
          </p:cNvPr>
          <p:cNvCxnSpPr>
            <a:cxnSpLocks/>
            <a:stCxn id="11" idx="3"/>
            <a:endCxn id="44" idx="1"/>
          </p:cNvCxnSpPr>
          <p:nvPr/>
        </p:nvCxnSpPr>
        <p:spPr>
          <a:xfrm>
            <a:off x="5129902" y="2229134"/>
            <a:ext cx="2314480" cy="119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729F841-F7C4-39BB-E88B-CF0626736FA0}"/>
              </a:ext>
            </a:extLst>
          </p:cNvPr>
          <p:cNvSpPr txBox="1"/>
          <p:nvPr/>
        </p:nvSpPr>
        <p:spPr>
          <a:xfrm>
            <a:off x="4279454" y="3515621"/>
            <a:ext cx="1626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HTTP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D41D5D3-B3F8-6607-2DE3-689101A959A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706885" y="3540878"/>
            <a:ext cx="437687" cy="597589"/>
          </a:xfrm>
          <a:prstGeom prst="rect">
            <a:avLst/>
          </a:prstGeom>
        </p:spPr>
      </p:pic>
      <p:sp>
        <p:nvSpPr>
          <p:cNvPr id="37" name="Left Brace 36">
            <a:extLst>
              <a:ext uri="{FF2B5EF4-FFF2-40B4-BE49-F238E27FC236}">
                <a16:creationId xmlns:a16="http://schemas.microsoft.com/office/drawing/2014/main" id="{B1286058-816B-B65D-F947-CD976A3C30CA}"/>
              </a:ext>
            </a:extLst>
          </p:cNvPr>
          <p:cNvSpPr/>
          <p:nvPr/>
        </p:nvSpPr>
        <p:spPr>
          <a:xfrm>
            <a:off x="2144572" y="3248270"/>
            <a:ext cx="462826" cy="1160873"/>
          </a:xfrm>
          <a:prstGeom prst="leftBrace">
            <a:avLst>
              <a:gd name="adj1" fmla="val 33555"/>
              <a:gd name="adj2" fmla="val 50000"/>
            </a:avLst>
          </a:prstGeom>
          <a:ln>
            <a:solidFill>
              <a:schemeClr val="bg2">
                <a:lumMod val="25000"/>
                <a:lumOff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17D947-891A-BA7B-AB6F-E8AB3BAA2B62}"/>
              </a:ext>
            </a:extLst>
          </p:cNvPr>
          <p:cNvCxnSpPr>
            <a:cxnSpLocks/>
            <a:stCxn id="11" idx="1"/>
            <a:endCxn id="46" idx="3"/>
          </p:cNvCxnSpPr>
          <p:nvPr/>
        </p:nvCxnSpPr>
        <p:spPr>
          <a:xfrm flipH="1">
            <a:off x="2178618" y="2229134"/>
            <a:ext cx="2092860" cy="1479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C5475C9-830D-D321-00E6-236F038CF088}"/>
              </a:ext>
            </a:extLst>
          </p:cNvPr>
          <p:cNvCxnSpPr>
            <a:stCxn id="715" idx="3"/>
            <a:endCxn id="44" idx="2"/>
          </p:cNvCxnSpPr>
          <p:nvPr/>
        </p:nvCxnSpPr>
        <p:spPr>
          <a:xfrm flipV="1">
            <a:off x="6596872" y="2441901"/>
            <a:ext cx="1084176" cy="1365222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1B20CA4-062A-C0D9-CA7B-D7D3E29C9972}"/>
              </a:ext>
            </a:extLst>
          </p:cNvPr>
          <p:cNvSpPr/>
          <p:nvPr/>
        </p:nvSpPr>
        <p:spPr>
          <a:xfrm>
            <a:off x="1074532" y="749512"/>
            <a:ext cx="5980318" cy="1903811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0D7693D-30AC-7B09-48A7-3238EA5C6CB7}"/>
              </a:ext>
            </a:extLst>
          </p:cNvPr>
          <p:cNvSpPr/>
          <p:nvPr/>
        </p:nvSpPr>
        <p:spPr>
          <a:xfrm>
            <a:off x="1074530" y="3046517"/>
            <a:ext cx="5980317" cy="1606499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96F168-5B4B-E39E-0A23-4DE5C0FCB69D}"/>
              </a:ext>
            </a:extLst>
          </p:cNvPr>
          <p:cNvSpPr txBox="1"/>
          <p:nvPr/>
        </p:nvSpPr>
        <p:spPr>
          <a:xfrm>
            <a:off x="1074531" y="749512"/>
            <a:ext cx="91440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Ingestion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4082A1-593C-B160-4449-6305DC10DA77}"/>
              </a:ext>
            </a:extLst>
          </p:cNvPr>
          <p:cNvSpPr txBox="1"/>
          <p:nvPr/>
        </p:nvSpPr>
        <p:spPr>
          <a:xfrm>
            <a:off x="1084407" y="3046516"/>
            <a:ext cx="891051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Runtime</a:t>
            </a:r>
          </a:p>
        </p:txBody>
      </p:sp>
      <p:pic>
        <p:nvPicPr>
          <p:cNvPr id="2" name="Picture 1" descr="File:PostgreSQL logo.3colors.540x557.png">
            <a:extLst>
              <a:ext uri="{FF2B5EF4-FFF2-40B4-BE49-F238E27FC236}">
                <a16:creationId xmlns:a16="http://schemas.microsoft.com/office/drawing/2014/main" id="{1DDD42E8-14EE-E62B-0B2E-C5C00F50B77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98051" y="1618415"/>
            <a:ext cx="365992" cy="37751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5EC19C66-44B2-A0A6-17A2-02250407A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097D37C-C17D-40DC-A22D-59CE8DD0ADE4}"/>
              </a:ext>
            </a:extLst>
          </p:cNvPr>
          <p:cNvSpPr/>
          <p:nvPr/>
        </p:nvSpPr>
        <p:spPr>
          <a:xfrm>
            <a:off x="546653" y="515898"/>
            <a:ext cx="7827064" cy="422009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487AABF-7BDD-3D5B-9915-9B3131A35293}"/>
              </a:ext>
            </a:extLst>
          </p:cNvPr>
          <p:cNvSpPr/>
          <p:nvPr/>
        </p:nvSpPr>
        <p:spPr>
          <a:xfrm>
            <a:off x="915948" y="3488729"/>
            <a:ext cx="7353124" cy="1174397"/>
          </a:xfrm>
          <a:prstGeom prst="rect">
            <a:avLst/>
          </a:prstGeom>
          <a:solidFill>
            <a:srgbClr val="00B050">
              <a:alpha val="6000"/>
            </a:srgb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3DB2E5-F5AD-9248-7AD3-DA6F418696E4}"/>
              </a:ext>
            </a:extLst>
          </p:cNvPr>
          <p:cNvSpPr/>
          <p:nvPr/>
        </p:nvSpPr>
        <p:spPr>
          <a:xfrm>
            <a:off x="915948" y="2077894"/>
            <a:ext cx="7353124" cy="1174397"/>
          </a:xfrm>
          <a:prstGeom prst="rect">
            <a:avLst/>
          </a:prstGeom>
          <a:solidFill>
            <a:srgbClr val="FFFF00">
              <a:alpha val="6000"/>
            </a:srgb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D99FF4-8212-DAB9-2372-6F7EDCEF3727}"/>
              </a:ext>
            </a:extLst>
          </p:cNvPr>
          <p:cNvSpPr/>
          <p:nvPr/>
        </p:nvSpPr>
        <p:spPr>
          <a:xfrm>
            <a:off x="915950" y="664297"/>
            <a:ext cx="7354956" cy="1174397"/>
          </a:xfrm>
          <a:prstGeom prst="rect">
            <a:avLst/>
          </a:prstGeom>
          <a:solidFill>
            <a:schemeClr val="tx2">
              <a:lumMod val="75000"/>
              <a:alpha val="6000"/>
            </a:scheme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F507A431-3C08-473B-C965-5E29A3EFE23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Ingestion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48E9993E-0C9C-AD83-8F48-BDED9E912DC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BED5E245-59AD-8853-F54D-F34696F0C44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047E348C-E630-4A57-F157-481CD280B0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3857" y="3896776"/>
            <a:ext cx="473331" cy="42315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971FE9C-9C52-62DA-37C3-7A393C6451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3692" y="1031743"/>
            <a:ext cx="393496" cy="452741"/>
          </a:xfrm>
          <a:prstGeom prst="rect">
            <a:avLst/>
          </a:prstGeom>
        </p:spPr>
      </p:pic>
      <p:cxnSp>
        <p:nvCxnSpPr>
          <p:cNvPr id="664" name="Straight Arrow Connector 663">
            <a:extLst>
              <a:ext uri="{FF2B5EF4-FFF2-40B4-BE49-F238E27FC236}">
                <a16:creationId xmlns:a16="http://schemas.microsoft.com/office/drawing/2014/main" id="{B55CA858-D422-DD00-058F-6D5062AE8A07}"/>
              </a:ext>
            </a:extLst>
          </p:cNvPr>
          <p:cNvCxnSpPr>
            <a:cxnSpLocks/>
            <a:stCxn id="58" idx="3"/>
            <a:endCxn id="584" idx="1"/>
          </p:cNvCxnSpPr>
          <p:nvPr/>
        </p:nvCxnSpPr>
        <p:spPr>
          <a:xfrm flipV="1">
            <a:off x="1574263" y="1254791"/>
            <a:ext cx="266930" cy="18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A448E902-E18B-7259-446C-1044F482FCC6}"/>
              </a:ext>
            </a:extLst>
          </p:cNvPr>
          <p:cNvCxnSpPr>
            <a:cxnSpLocks/>
            <a:stCxn id="46" idx="2"/>
            <a:endCxn id="615" idx="3"/>
          </p:cNvCxnSpPr>
          <p:nvPr/>
        </p:nvCxnSpPr>
        <p:spPr>
          <a:xfrm rot="5400000">
            <a:off x="4893563" y="1515637"/>
            <a:ext cx="1188031" cy="1125724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3E73B30B-30AC-9627-4CBB-5190ADF9A0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7060" y="2448049"/>
            <a:ext cx="393496" cy="45274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20F836C-3BAC-F8B6-9D77-22266462D29D}"/>
              </a:ext>
            </a:extLst>
          </p:cNvPr>
          <p:cNvSpPr txBox="1"/>
          <p:nvPr/>
        </p:nvSpPr>
        <p:spPr>
          <a:xfrm rot="16200000">
            <a:off x="271009" y="1103117"/>
            <a:ext cx="118384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Extract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019352-08BE-F2D2-EDDA-CC8575E806EB}"/>
              </a:ext>
            </a:extLst>
          </p:cNvPr>
          <p:cNvSpPr txBox="1"/>
          <p:nvPr/>
        </p:nvSpPr>
        <p:spPr>
          <a:xfrm rot="16200000">
            <a:off x="277922" y="2515925"/>
            <a:ext cx="118384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Transform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437FD0-9C11-A30E-2E3F-BFE788934BAD}"/>
              </a:ext>
            </a:extLst>
          </p:cNvPr>
          <p:cNvSpPr txBox="1"/>
          <p:nvPr/>
        </p:nvSpPr>
        <p:spPr>
          <a:xfrm rot="16200000">
            <a:off x="272999" y="3924769"/>
            <a:ext cx="1179859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Load</a:t>
            </a:r>
          </a:p>
        </p:txBody>
      </p:sp>
      <p:pic>
        <p:nvPicPr>
          <p:cNvPr id="25" name="Picture 24" descr="File:PostgreSQL logo.3colors.540x557.png">
            <a:extLst>
              <a:ext uri="{FF2B5EF4-FFF2-40B4-BE49-F238E27FC236}">
                <a16:creationId xmlns:a16="http://schemas.microsoft.com/office/drawing/2014/main" id="{C1BAF5E8-F08F-4DC6-F6D0-652EC26F92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63065" y="3599995"/>
            <a:ext cx="266622" cy="275016"/>
          </a:xfrm>
          <a:prstGeom prst="rect">
            <a:avLst/>
          </a:prstGeom>
        </p:spPr>
      </p:pic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5A1544F6-58E8-7006-27B2-97E819A5EED7}"/>
              </a:ext>
            </a:extLst>
          </p:cNvPr>
          <p:cNvCxnSpPr>
            <a:cxnSpLocks/>
            <a:stCxn id="24" idx="2"/>
            <a:endCxn id="646" idx="1"/>
          </p:cNvCxnSpPr>
          <p:nvPr/>
        </p:nvCxnSpPr>
        <p:spPr>
          <a:xfrm rot="16200000" flipH="1">
            <a:off x="1734385" y="2660213"/>
            <a:ext cx="1207563" cy="1688716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8" name="Picture 57">
            <a:extLst>
              <a:ext uri="{FF2B5EF4-FFF2-40B4-BE49-F238E27FC236}">
                <a16:creationId xmlns:a16="http://schemas.microsoft.com/office/drawing/2014/main" id="{CC821966-7098-1CCC-5471-E9F4E64779B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6814" y="1077885"/>
            <a:ext cx="357449" cy="357449"/>
          </a:xfrm>
          <a:prstGeom prst="rect">
            <a:avLst/>
          </a:prstGeom>
          <a:noFill/>
          <a:ln>
            <a:noFill/>
          </a:ln>
        </p:spPr>
      </p:pic>
      <p:sp>
        <p:nvSpPr>
          <p:cNvPr id="584" name="Rectangle: Rounded Corners 583">
            <a:extLst>
              <a:ext uri="{FF2B5EF4-FFF2-40B4-BE49-F238E27FC236}">
                <a16:creationId xmlns:a16="http://schemas.microsoft.com/office/drawing/2014/main" id="{BE78CD90-E400-E30D-5DA2-1D6E568B3A6B}"/>
              </a:ext>
            </a:extLst>
          </p:cNvPr>
          <p:cNvSpPr/>
          <p:nvPr/>
        </p:nvSpPr>
        <p:spPr>
          <a:xfrm>
            <a:off x="1841193" y="877821"/>
            <a:ext cx="1074401" cy="75394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Search pages</a:t>
            </a:r>
          </a:p>
        </p:txBody>
      </p:sp>
      <p:sp>
        <p:nvSpPr>
          <p:cNvPr id="586" name="Rectangle: Rounded Corners 585">
            <a:extLst>
              <a:ext uri="{FF2B5EF4-FFF2-40B4-BE49-F238E27FC236}">
                <a16:creationId xmlns:a16="http://schemas.microsoft.com/office/drawing/2014/main" id="{B0759ABA-32FB-787A-3BB7-5D5F72605966}"/>
              </a:ext>
            </a:extLst>
          </p:cNvPr>
          <p:cNvSpPr/>
          <p:nvPr/>
        </p:nvSpPr>
        <p:spPr>
          <a:xfrm>
            <a:off x="3182524" y="869688"/>
            <a:ext cx="1074401" cy="770206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Deduplicate </a:t>
            </a:r>
          </a:p>
        </p:txBody>
      </p:sp>
      <p:cxnSp>
        <p:nvCxnSpPr>
          <p:cNvPr id="589" name="Straight Arrow Connector 588">
            <a:extLst>
              <a:ext uri="{FF2B5EF4-FFF2-40B4-BE49-F238E27FC236}">
                <a16:creationId xmlns:a16="http://schemas.microsoft.com/office/drawing/2014/main" id="{3E5399C2-9116-5725-12F8-314ECC68B921}"/>
              </a:ext>
            </a:extLst>
          </p:cNvPr>
          <p:cNvCxnSpPr>
            <a:cxnSpLocks/>
            <a:stCxn id="584" idx="3"/>
            <a:endCxn id="586" idx="1"/>
          </p:cNvCxnSpPr>
          <p:nvPr/>
        </p:nvCxnSpPr>
        <p:spPr>
          <a:xfrm>
            <a:off x="2915594" y="1254791"/>
            <a:ext cx="26693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96" name="Rectangle: Rounded Corners 595">
            <a:extLst>
              <a:ext uri="{FF2B5EF4-FFF2-40B4-BE49-F238E27FC236}">
                <a16:creationId xmlns:a16="http://schemas.microsoft.com/office/drawing/2014/main" id="{32688380-D69F-5BCA-A6B4-A1EC9374DEB9}"/>
              </a:ext>
            </a:extLst>
          </p:cNvPr>
          <p:cNvSpPr/>
          <p:nvPr/>
        </p:nvSpPr>
        <p:spPr>
          <a:xfrm>
            <a:off x="4518108" y="869688"/>
            <a:ext cx="1074401" cy="770206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Retrieve details </a:t>
            </a:r>
          </a:p>
        </p:txBody>
      </p:sp>
      <p:cxnSp>
        <p:nvCxnSpPr>
          <p:cNvPr id="597" name="Straight Arrow Connector 596">
            <a:extLst>
              <a:ext uri="{FF2B5EF4-FFF2-40B4-BE49-F238E27FC236}">
                <a16:creationId xmlns:a16="http://schemas.microsoft.com/office/drawing/2014/main" id="{DD76276A-2DDC-4284-3A04-5C5DA8C40FDF}"/>
              </a:ext>
            </a:extLst>
          </p:cNvPr>
          <p:cNvCxnSpPr>
            <a:cxnSpLocks/>
            <a:stCxn id="586" idx="3"/>
            <a:endCxn id="596" idx="1"/>
          </p:cNvCxnSpPr>
          <p:nvPr/>
        </p:nvCxnSpPr>
        <p:spPr>
          <a:xfrm>
            <a:off x="4256925" y="1254791"/>
            <a:ext cx="261183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602" name="Straight Arrow Connector 601">
            <a:extLst>
              <a:ext uri="{FF2B5EF4-FFF2-40B4-BE49-F238E27FC236}">
                <a16:creationId xmlns:a16="http://schemas.microsoft.com/office/drawing/2014/main" id="{D802E682-B53F-8E4E-E917-337C3359B7F8}"/>
              </a:ext>
            </a:extLst>
          </p:cNvPr>
          <p:cNvCxnSpPr>
            <a:cxnSpLocks/>
            <a:stCxn id="596" idx="3"/>
            <a:endCxn id="46" idx="1"/>
          </p:cNvCxnSpPr>
          <p:nvPr/>
        </p:nvCxnSpPr>
        <p:spPr>
          <a:xfrm>
            <a:off x="5592509" y="1254791"/>
            <a:ext cx="261183" cy="332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13" name="Rectangle: Rounded Corners 612">
            <a:extLst>
              <a:ext uri="{FF2B5EF4-FFF2-40B4-BE49-F238E27FC236}">
                <a16:creationId xmlns:a16="http://schemas.microsoft.com/office/drawing/2014/main" id="{D32BFF97-8A79-87EE-716F-28D14EC69828}"/>
              </a:ext>
            </a:extLst>
          </p:cNvPr>
          <p:cNvSpPr/>
          <p:nvPr/>
        </p:nvSpPr>
        <p:spPr>
          <a:xfrm>
            <a:off x="2506053" y="2301665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Geocode missing coordinates </a:t>
            </a:r>
          </a:p>
        </p:txBody>
      </p:sp>
      <p:sp>
        <p:nvSpPr>
          <p:cNvPr id="615" name="Rectangle: Rounded Corners 614">
            <a:extLst>
              <a:ext uri="{FF2B5EF4-FFF2-40B4-BE49-F238E27FC236}">
                <a16:creationId xmlns:a16="http://schemas.microsoft.com/office/drawing/2014/main" id="{7DFE8153-B517-60EF-9FC9-DE43EFCB6005}"/>
              </a:ext>
            </a:extLst>
          </p:cNvPr>
          <p:cNvSpPr/>
          <p:nvPr/>
        </p:nvSpPr>
        <p:spPr>
          <a:xfrm>
            <a:off x="3850315" y="2301665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Convert to internal schema</a:t>
            </a:r>
          </a:p>
        </p:txBody>
      </p:sp>
      <p:cxnSp>
        <p:nvCxnSpPr>
          <p:cNvPr id="623" name="Straight Arrow Connector 622">
            <a:extLst>
              <a:ext uri="{FF2B5EF4-FFF2-40B4-BE49-F238E27FC236}">
                <a16:creationId xmlns:a16="http://schemas.microsoft.com/office/drawing/2014/main" id="{5D395E18-4581-9793-4CDF-62B6621BE0CE}"/>
              </a:ext>
            </a:extLst>
          </p:cNvPr>
          <p:cNvCxnSpPr>
            <a:cxnSpLocks/>
            <a:stCxn id="615" idx="1"/>
            <a:endCxn id="613" idx="3"/>
          </p:cNvCxnSpPr>
          <p:nvPr/>
        </p:nvCxnSpPr>
        <p:spPr>
          <a:xfrm flipH="1">
            <a:off x="3580454" y="2672515"/>
            <a:ext cx="269861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627" name="Straight Arrow Connector 626">
            <a:extLst>
              <a:ext uri="{FF2B5EF4-FFF2-40B4-BE49-F238E27FC236}">
                <a16:creationId xmlns:a16="http://schemas.microsoft.com/office/drawing/2014/main" id="{6C55DF61-3240-4D37-F1C1-C496222FA367}"/>
              </a:ext>
            </a:extLst>
          </p:cNvPr>
          <p:cNvCxnSpPr>
            <a:cxnSpLocks/>
            <a:stCxn id="613" idx="1"/>
            <a:endCxn id="24" idx="3"/>
          </p:cNvCxnSpPr>
          <p:nvPr/>
        </p:nvCxnSpPr>
        <p:spPr>
          <a:xfrm flipH="1">
            <a:off x="1690556" y="2672515"/>
            <a:ext cx="815497" cy="190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46" name="Rectangle: Rounded Corners 645">
            <a:extLst>
              <a:ext uri="{FF2B5EF4-FFF2-40B4-BE49-F238E27FC236}">
                <a16:creationId xmlns:a16="http://schemas.microsoft.com/office/drawing/2014/main" id="{FAC9641B-898E-685A-51E9-A1BF9DD6284F}"/>
              </a:ext>
            </a:extLst>
          </p:cNvPr>
          <p:cNvSpPr/>
          <p:nvPr/>
        </p:nvSpPr>
        <p:spPr>
          <a:xfrm>
            <a:off x="3182524" y="3737503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Create or update database records</a:t>
            </a:r>
          </a:p>
        </p:txBody>
      </p:sp>
      <p:sp>
        <p:nvSpPr>
          <p:cNvPr id="681" name="Rectangle 680">
            <a:extLst>
              <a:ext uri="{FF2B5EF4-FFF2-40B4-BE49-F238E27FC236}">
                <a16:creationId xmlns:a16="http://schemas.microsoft.com/office/drawing/2014/main" id="{6F6B7538-04AE-7A7E-4B93-029BE0A67469}"/>
              </a:ext>
            </a:extLst>
          </p:cNvPr>
          <p:cNvSpPr/>
          <p:nvPr/>
        </p:nvSpPr>
        <p:spPr>
          <a:xfrm>
            <a:off x="6450797" y="2079853"/>
            <a:ext cx="1818275" cy="118384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data/processed/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arbeitsagentur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└───2026-08-03T11-14-18Z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</a:t>
            </a:r>
            <a:r>
              <a:rPr lang="en-US" sz="800" dirty="0">
                <a:solidFill>
                  <a:schemeClr val="bg1">
                    <a:lumMod val="95000"/>
                  </a:schemeClr>
                </a:solidFill>
              </a:rPr>
              <a:t>clean-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jobs.json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683" name="Rectangle 682">
            <a:extLst>
              <a:ext uri="{FF2B5EF4-FFF2-40B4-BE49-F238E27FC236}">
                <a16:creationId xmlns:a16="http://schemas.microsoft.com/office/drawing/2014/main" id="{E57FDD88-1AA5-BE87-F562-464E2B16FA5D}"/>
              </a:ext>
            </a:extLst>
          </p:cNvPr>
          <p:cNvSpPr/>
          <p:nvPr/>
        </p:nvSpPr>
        <p:spPr>
          <a:xfrm>
            <a:off x="6450797" y="659574"/>
            <a:ext cx="1818275" cy="118384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data/raw/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arbeitsagentur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└───2026-08-03T11-14-18Z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job-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details.json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job-details-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f.json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└───search-results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└───data-engineer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        page-001.json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        page-002.json</a:t>
            </a:r>
            <a:endParaRPr lang="en-US" sz="800" dirty="0"/>
          </a:p>
        </p:txBody>
      </p:sp>
      <p:cxnSp>
        <p:nvCxnSpPr>
          <p:cNvPr id="693" name="Straight Arrow Connector 692">
            <a:extLst>
              <a:ext uri="{FF2B5EF4-FFF2-40B4-BE49-F238E27FC236}">
                <a16:creationId xmlns:a16="http://schemas.microsoft.com/office/drawing/2014/main" id="{0EF52BA8-C289-7336-A68A-33F03BDB8964}"/>
              </a:ext>
            </a:extLst>
          </p:cNvPr>
          <p:cNvCxnSpPr>
            <a:cxnSpLocks/>
            <a:stCxn id="646" idx="3"/>
            <a:endCxn id="44" idx="1"/>
          </p:cNvCxnSpPr>
          <p:nvPr/>
        </p:nvCxnSpPr>
        <p:spPr>
          <a:xfrm>
            <a:off x="4256925" y="4108353"/>
            <a:ext cx="1516932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6861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64CECB5F-9F58-5B50-2163-8772B4078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19A03F92-9460-0F92-EA89-32CD4C6AADAD}"/>
              </a:ext>
            </a:extLst>
          </p:cNvPr>
          <p:cNvSpPr/>
          <p:nvPr/>
        </p:nvSpPr>
        <p:spPr>
          <a:xfrm>
            <a:off x="1250392" y="654626"/>
            <a:ext cx="6770486" cy="37937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83" name="Connector: Elbow 582">
            <a:extLst>
              <a:ext uri="{FF2B5EF4-FFF2-40B4-BE49-F238E27FC236}">
                <a16:creationId xmlns:a16="http://schemas.microsoft.com/office/drawing/2014/main" id="{BE03917F-5846-45AD-9752-FE04BD39BE27}"/>
              </a:ext>
            </a:extLst>
          </p:cNvPr>
          <p:cNvCxnSpPr>
            <a:cxnSpLocks/>
            <a:stCxn id="670" idx="3"/>
            <a:endCxn id="44" idx="0"/>
          </p:cNvCxnSpPr>
          <p:nvPr/>
        </p:nvCxnSpPr>
        <p:spPr>
          <a:xfrm>
            <a:off x="5012213" y="2274209"/>
            <a:ext cx="1087590" cy="1064849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74DA74AF-DC3D-8AF8-CE61-AC570F96E0C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Docker Deployment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857CEEA4-C9D2-AFBE-97A5-9D3E583DA01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31CA3E9D-9DAA-46B3-EBA7-CDB770B6BED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41A95CCB-9848-3F3C-F3F7-9F9404FFA1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3137" y="3339058"/>
            <a:ext cx="473331" cy="423153"/>
          </a:xfrm>
          <a:prstGeom prst="rect">
            <a:avLst/>
          </a:prstGeom>
        </p:spPr>
      </p:pic>
      <p:pic>
        <p:nvPicPr>
          <p:cNvPr id="655" name="Picture 654">
            <a:extLst>
              <a:ext uri="{FF2B5EF4-FFF2-40B4-BE49-F238E27FC236}">
                <a16:creationId xmlns:a16="http://schemas.microsoft.com/office/drawing/2014/main" id="{2362410F-6A4C-CF62-A4E9-23850713A5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15457" y="3791571"/>
            <a:ext cx="762002" cy="252985"/>
          </a:xfrm>
          <a:prstGeom prst="rect">
            <a:avLst/>
          </a:prstGeom>
        </p:spPr>
      </p:pic>
      <p:sp>
        <p:nvSpPr>
          <p:cNvPr id="657" name="TextBox 656">
            <a:extLst>
              <a:ext uri="{FF2B5EF4-FFF2-40B4-BE49-F238E27FC236}">
                <a16:creationId xmlns:a16="http://schemas.microsoft.com/office/drawing/2014/main" id="{43AA9772-FF0C-0BAC-1E1C-38B0996963DE}"/>
              </a:ext>
            </a:extLst>
          </p:cNvPr>
          <p:cNvSpPr txBox="1"/>
          <p:nvPr/>
        </p:nvSpPr>
        <p:spPr>
          <a:xfrm>
            <a:off x="1250392" y="3768888"/>
            <a:ext cx="6412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Dash</a:t>
            </a:r>
          </a:p>
        </p:txBody>
      </p:sp>
      <p:pic>
        <p:nvPicPr>
          <p:cNvPr id="661" name="Picture 660">
            <a:extLst>
              <a:ext uri="{FF2B5EF4-FFF2-40B4-BE49-F238E27FC236}">
                <a16:creationId xmlns:a16="http://schemas.microsoft.com/office/drawing/2014/main" id="{AC28EDCA-F9C5-45F6-17E0-86201463A2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28688" y="3295746"/>
            <a:ext cx="641289" cy="509775"/>
          </a:xfrm>
          <a:prstGeom prst="rect">
            <a:avLst/>
          </a:prstGeom>
        </p:spPr>
      </p:pic>
      <p:cxnSp>
        <p:nvCxnSpPr>
          <p:cNvPr id="666" name="Connector: Elbow 665">
            <a:extLst>
              <a:ext uri="{FF2B5EF4-FFF2-40B4-BE49-F238E27FC236}">
                <a16:creationId xmlns:a16="http://schemas.microsoft.com/office/drawing/2014/main" id="{2DD53C0C-C62D-9A37-5657-ED794E68B1CB}"/>
              </a:ext>
            </a:extLst>
          </p:cNvPr>
          <p:cNvCxnSpPr>
            <a:cxnSpLocks/>
            <a:stCxn id="670" idx="1"/>
            <a:endCxn id="661" idx="0"/>
          </p:cNvCxnSpPr>
          <p:nvPr/>
        </p:nvCxnSpPr>
        <p:spPr>
          <a:xfrm rot="10800000" flipV="1">
            <a:off x="1849333" y="2274208"/>
            <a:ext cx="1159330" cy="1021537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70" name="TextBox 669">
            <a:extLst>
              <a:ext uri="{FF2B5EF4-FFF2-40B4-BE49-F238E27FC236}">
                <a16:creationId xmlns:a16="http://schemas.microsoft.com/office/drawing/2014/main" id="{42734B54-700F-696C-F491-A90F34EFAA92}"/>
              </a:ext>
            </a:extLst>
          </p:cNvPr>
          <p:cNvSpPr txBox="1"/>
          <p:nvPr/>
        </p:nvSpPr>
        <p:spPr>
          <a:xfrm>
            <a:off x="3008663" y="2120320"/>
            <a:ext cx="2003550" cy="307777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~# docker compose up</a:t>
            </a:r>
          </a:p>
        </p:txBody>
      </p:sp>
      <p:pic>
        <p:nvPicPr>
          <p:cNvPr id="713" name="Picture 712">
            <a:extLst>
              <a:ext uri="{FF2B5EF4-FFF2-40B4-BE49-F238E27FC236}">
                <a16:creationId xmlns:a16="http://schemas.microsoft.com/office/drawing/2014/main" id="{0912692A-156B-8808-EA6E-E7C957DFF2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64000" y="3858020"/>
            <a:ext cx="701850" cy="129515"/>
          </a:xfrm>
          <a:prstGeom prst="rect">
            <a:avLst/>
          </a:prstGeom>
        </p:spPr>
      </p:pic>
      <p:cxnSp>
        <p:nvCxnSpPr>
          <p:cNvPr id="762" name="Straight Arrow Connector 761">
            <a:extLst>
              <a:ext uri="{FF2B5EF4-FFF2-40B4-BE49-F238E27FC236}">
                <a16:creationId xmlns:a16="http://schemas.microsoft.com/office/drawing/2014/main" id="{292D3584-EB1F-1601-4FEF-28E12993C868}"/>
              </a:ext>
            </a:extLst>
          </p:cNvPr>
          <p:cNvCxnSpPr>
            <a:cxnSpLocks/>
            <a:stCxn id="715" idx="3"/>
            <a:endCxn id="44" idx="1"/>
          </p:cNvCxnSpPr>
          <p:nvPr/>
        </p:nvCxnSpPr>
        <p:spPr>
          <a:xfrm flipV="1">
            <a:off x="4359863" y="3550635"/>
            <a:ext cx="1503274" cy="8219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46E8D03F-A39F-B064-0631-DDCF5691CEF5}"/>
              </a:ext>
            </a:extLst>
          </p:cNvPr>
          <p:cNvSpPr/>
          <p:nvPr/>
        </p:nvSpPr>
        <p:spPr>
          <a:xfrm>
            <a:off x="2700553" y="3300250"/>
            <a:ext cx="117601" cy="7187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B5FAC8-BDF1-C460-A296-61C00FE6E9B7}"/>
              </a:ext>
            </a:extLst>
          </p:cNvPr>
          <p:cNvSpPr txBox="1"/>
          <p:nvPr/>
        </p:nvSpPr>
        <p:spPr>
          <a:xfrm>
            <a:off x="3661013" y="4090098"/>
            <a:ext cx="6988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00EE"/>
                </a:solidFill>
              </a:rPr>
              <a:t>:8000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62E6776-E07F-419C-40C8-4BF2296619F8}"/>
              </a:ext>
            </a:extLst>
          </p:cNvPr>
          <p:cNvSpPr txBox="1"/>
          <p:nvPr/>
        </p:nvSpPr>
        <p:spPr>
          <a:xfrm>
            <a:off x="1396286" y="4085269"/>
            <a:ext cx="9060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00EE"/>
                </a:solidFill>
              </a:rPr>
              <a:t>:8050</a:t>
            </a:r>
          </a:p>
        </p:txBody>
      </p:sp>
      <p:pic>
        <p:nvPicPr>
          <p:cNvPr id="5" name="Picture 4" descr="File:PostgreSQL logo.3colors.540x557.png">
            <a:extLst>
              <a:ext uri="{FF2B5EF4-FFF2-40B4-BE49-F238E27FC236}">
                <a16:creationId xmlns:a16="http://schemas.microsoft.com/office/drawing/2014/main" id="{339B8D0D-37A6-018D-CE59-861732EEE37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66491" y="3813741"/>
            <a:ext cx="266622" cy="27501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996D012-78D1-D6AE-1E96-6A64832AD0B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52162" y="1008576"/>
            <a:ext cx="762608" cy="295892"/>
          </a:xfrm>
          <a:prstGeom prst="rect">
            <a:avLst/>
          </a:prstGeom>
        </p:spPr>
      </p:pic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A0C02CC-592A-FD6B-0408-A573007AE8A4}"/>
              </a:ext>
            </a:extLst>
          </p:cNvPr>
          <p:cNvCxnSpPr>
            <a:cxnSpLocks/>
            <a:stCxn id="670" idx="0"/>
            <a:endCxn id="3" idx="1"/>
          </p:cNvCxnSpPr>
          <p:nvPr/>
        </p:nvCxnSpPr>
        <p:spPr>
          <a:xfrm rot="5400000" flipH="1" flipV="1">
            <a:off x="4249401" y="917559"/>
            <a:ext cx="963798" cy="1441724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EE9094A-6587-DA22-8F9E-7CC2D58650BC}"/>
              </a:ext>
            </a:extLst>
          </p:cNvPr>
          <p:cNvCxnSpPr>
            <a:cxnSpLocks/>
            <a:stCxn id="670" idx="2"/>
            <a:endCxn id="715" idx="0"/>
          </p:cNvCxnSpPr>
          <p:nvPr/>
        </p:nvCxnSpPr>
        <p:spPr>
          <a:xfrm>
            <a:off x="4010438" y="2428097"/>
            <a:ext cx="4181" cy="875869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715" name="Picture 714">
            <a:extLst>
              <a:ext uri="{FF2B5EF4-FFF2-40B4-BE49-F238E27FC236}">
                <a16:creationId xmlns:a16="http://schemas.microsoft.com/office/drawing/2014/main" id="{F7062A8E-B6A3-9801-2BFF-C763D1FAFD4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69374" y="3303966"/>
            <a:ext cx="690489" cy="5097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0D273EA-9842-CE8F-8182-43F531830873}"/>
              </a:ext>
            </a:extLst>
          </p:cNvPr>
          <p:cNvSpPr txBox="1"/>
          <p:nvPr/>
        </p:nvSpPr>
        <p:spPr>
          <a:xfrm>
            <a:off x="2188994" y="3263637"/>
            <a:ext cx="14803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HTTP</a:t>
            </a:r>
          </a:p>
        </p:txBody>
      </p:sp>
      <p:cxnSp>
        <p:nvCxnSpPr>
          <p:cNvPr id="719" name="Straight Arrow Connector 718">
            <a:extLst>
              <a:ext uri="{FF2B5EF4-FFF2-40B4-BE49-F238E27FC236}">
                <a16:creationId xmlns:a16="http://schemas.microsoft.com/office/drawing/2014/main" id="{1B080F9F-C672-E233-C620-3C701FFEAFAD}"/>
              </a:ext>
            </a:extLst>
          </p:cNvPr>
          <p:cNvCxnSpPr>
            <a:stCxn id="661" idx="3"/>
            <a:endCxn id="715" idx="1"/>
          </p:cNvCxnSpPr>
          <p:nvPr/>
        </p:nvCxnSpPr>
        <p:spPr>
          <a:xfrm>
            <a:off x="2169977" y="3550634"/>
            <a:ext cx="1499397" cy="8220"/>
          </a:xfrm>
          <a:prstGeom prst="straightConnector1">
            <a:avLst/>
          </a:prstGeom>
          <a:ln w="19050">
            <a:prstDash val="dash"/>
            <a:headEnd type="triangle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586" name="Connector: Elbow 585">
            <a:extLst>
              <a:ext uri="{FF2B5EF4-FFF2-40B4-BE49-F238E27FC236}">
                <a16:creationId xmlns:a16="http://schemas.microsoft.com/office/drawing/2014/main" id="{8227B113-B213-EB9C-5D2C-E47632ACF87E}"/>
              </a:ext>
            </a:extLst>
          </p:cNvPr>
          <p:cNvCxnSpPr>
            <a:cxnSpLocks/>
            <a:stCxn id="3" idx="3"/>
            <a:endCxn id="597" idx="0"/>
          </p:cNvCxnSpPr>
          <p:nvPr/>
        </p:nvCxnSpPr>
        <p:spPr>
          <a:xfrm>
            <a:off x="6214770" y="1156522"/>
            <a:ext cx="1140749" cy="963798"/>
          </a:xfrm>
          <a:prstGeom prst="bentConnector2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grpSp>
        <p:nvGrpSpPr>
          <p:cNvPr id="596" name="Group 595">
            <a:extLst>
              <a:ext uri="{FF2B5EF4-FFF2-40B4-BE49-F238E27FC236}">
                <a16:creationId xmlns:a16="http://schemas.microsoft.com/office/drawing/2014/main" id="{ACC7FDA5-B936-9B86-C662-140EB114C2BD}"/>
              </a:ext>
            </a:extLst>
          </p:cNvPr>
          <p:cNvGrpSpPr/>
          <p:nvPr/>
        </p:nvGrpSpPr>
        <p:grpSpPr>
          <a:xfrm>
            <a:off x="6868109" y="2120320"/>
            <a:ext cx="974820" cy="423153"/>
            <a:chOff x="4084590" y="2171346"/>
            <a:chExt cx="974820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597" name="Rectangle 596">
              <a:extLst>
                <a:ext uri="{FF2B5EF4-FFF2-40B4-BE49-F238E27FC236}">
                  <a16:creationId xmlns:a16="http://schemas.microsoft.com/office/drawing/2014/main" id="{20A53A07-EAAF-9E0A-D568-0D27644D5FA9}"/>
                </a:ext>
              </a:extLst>
            </p:cNvPr>
            <p:cNvSpPr/>
            <p:nvPr/>
          </p:nvSpPr>
          <p:spPr>
            <a:xfrm>
              <a:off x="4084590" y="2171346"/>
              <a:ext cx="974820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dirty="0"/>
                <a:t>ETL</a:t>
              </a:r>
            </a:p>
          </p:txBody>
        </p:sp>
        <p:pic>
          <p:nvPicPr>
            <p:cNvPr id="598" name="Picture 597" descr="Python (programming language) - Wikipedia">
              <a:extLst>
                <a:ext uri="{FF2B5EF4-FFF2-40B4-BE49-F238E27FC236}">
                  <a16:creationId xmlns:a16="http://schemas.microsoft.com/office/drawing/2014/main" id="{E332DA1F-D7DC-8813-D3D4-E2FAF846C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171699" y="2204198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601" name="TextBox 600">
            <a:extLst>
              <a:ext uri="{FF2B5EF4-FFF2-40B4-BE49-F238E27FC236}">
                <a16:creationId xmlns:a16="http://schemas.microsoft.com/office/drawing/2014/main" id="{BFEC3136-F21C-AFAB-E5E2-0BB61D36E63D}"/>
              </a:ext>
            </a:extLst>
          </p:cNvPr>
          <p:cNvSpPr txBox="1"/>
          <p:nvPr/>
        </p:nvSpPr>
        <p:spPr>
          <a:xfrm>
            <a:off x="5718498" y="4074938"/>
            <a:ext cx="762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00EE"/>
                </a:solidFill>
              </a:rPr>
              <a:t>:5432</a:t>
            </a:r>
          </a:p>
        </p:txBody>
      </p:sp>
      <p:sp>
        <p:nvSpPr>
          <p:cNvPr id="603" name="TextBox 602">
            <a:extLst>
              <a:ext uri="{FF2B5EF4-FFF2-40B4-BE49-F238E27FC236}">
                <a16:creationId xmlns:a16="http://schemas.microsoft.com/office/drawing/2014/main" id="{57C4C8D0-EC7F-B368-8C18-5E76BDB9BD60}"/>
              </a:ext>
            </a:extLst>
          </p:cNvPr>
          <p:cNvSpPr txBox="1"/>
          <p:nvPr/>
        </p:nvSpPr>
        <p:spPr>
          <a:xfrm>
            <a:off x="5319806" y="680332"/>
            <a:ext cx="10175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00EE"/>
                </a:solidFill>
              </a:rPr>
              <a:t>:8080</a:t>
            </a:r>
          </a:p>
        </p:txBody>
      </p:sp>
      <p:cxnSp>
        <p:nvCxnSpPr>
          <p:cNvPr id="608" name="Connector: Elbow 607">
            <a:extLst>
              <a:ext uri="{FF2B5EF4-FFF2-40B4-BE49-F238E27FC236}">
                <a16:creationId xmlns:a16="http://schemas.microsoft.com/office/drawing/2014/main" id="{42F4B68D-1F84-D1B6-147F-D7D164B9BE88}"/>
              </a:ext>
            </a:extLst>
          </p:cNvPr>
          <p:cNvCxnSpPr>
            <a:cxnSpLocks/>
            <a:stCxn id="597" idx="2"/>
            <a:endCxn id="44" idx="3"/>
          </p:cNvCxnSpPr>
          <p:nvPr/>
        </p:nvCxnSpPr>
        <p:spPr>
          <a:xfrm rot="5400000">
            <a:off x="6342413" y="2537529"/>
            <a:ext cx="1007162" cy="1019051"/>
          </a:xfrm>
          <a:prstGeom prst="bentConnector2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24" name="TextBox 623">
            <a:extLst>
              <a:ext uri="{FF2B5EF4-FFF2-40B4-BE49-F238E27FC236}">
                <a16:creationId xmlns:a16="http://schemas.microsoft.com/office/drawing/2014/main" id="{9E82D71B-C4A0-78C1-5DEF-03F245A2CEC1}"/>
              </a:ext>
            </a:extLst>
          </p:cNvPr>
          <p:cNvSpPr txBox="1"/>
          <p:nvPr/>
        </p:nvSpPr>
        <p:spPr>
          <a:xfrm>
            <a:off x="4365850" y="3273866"/>
            <a:ext cx="1488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read</a:t>
            </a:r>
          </a:p>
        </p:txBody>
      </p:sp>
      <p:sp>
        <p:nvSpPr>
          <p:cNvPr id="626" name="TextBox 625">
            <a:extLst>
              <a:ext uri="{FF2B5EF4-FFF2-40B4-BE49-F238E27FC236}">
                <a16:creationId xmlns:a16="http://schemas.microsoft.com/office/drawing/2014/main" id="{8ABA1F9B-F917-28EA-9492-511AB732B8E2}"/>
              </a:ext>
            </a:extLst>
          </p:cNvPr>
          <p:cNvSpPr txBox="1"/>
          <p:nvPr/>
        </p:nvSpPr>
        <p:spPr>
          <a:xfrm rot="5400000">
            <a:off x="7146936" y="1585354"/>
            <a:ext cx="7249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trigger</a:t>
            </a:r>
          </a:p>
        </p:txBody>
      </p:sp>
      <p:sp>
        <p:nvSpPr>
          <p:cNvPr id="628" name="TextBox 627">
            <a:extLst>
              <a:ext uri="{FF2B5EF4-FFF2-40B4-BE49-F238E27FC236}">
                <a16:creationId xmlns:a16="http://schemas.microsoft.com/office/drawing/2014/main" id="{10BC6B6F-56B3-A819-07A0-4487A4D74BE5}"/>
              </a:ext>
            </a:extLst>
          </p:cNvPr>
          <p:cNvSpPr txBox="1"/>
          <p:nvPr/>
        </p:nvSpPr>
        <p:spPr>
          <a:xfrm rot="5400000">
            <a:off x="6841809" y="2879828"/>
            <a:ext cx="12875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</a:p>
        </p:txBody>
      </p:sp>
      <p:pic>
        <p:nvPicPr>
          <p:cNvPr id="644" name="Picture 643">
            <a:extLst>
              <a:ext uri="{FF2B5EF4-FFF2-40B4-BE49-F238E27FC236}">
                <a16:creationId xmlns:a16="http://schemas.microsoft.com/office/drawing/2014/main" id="{A21136DB-C22B-B4CE-3C28-E24AD354B09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55380" y="638300"/>
            <a:ext cx="289062" cy="289062"/>
          </a:xfrm>
          <a:prstGeom prst="rect">
            <a:avLst/>
          </a:prstGeom>
          <a:ln>
            <a:noFill/>
          </a:ln>
        </p:spPr>
      </p:pic>
      <p:sp>
        <p:nvSpPr>
          <p:cNvPr id="646" name="TextBox 645">
            <a:extLst>
              <a:ext uri="{FF2B5EF4-FFF2-40B4-BE49-F238E27FC236}">
                <a16:creationId xmlns:a16="http://schemas.microsoft.com/office/drawing/2014/main" id="{50AAB703-A36D-40D4-0139-562B10EDCB21}"/>
              </a:ext>
            </a:extLst>
          </p:cNvPr>
          <p:cNvSpPr txBox="1"/>
          <p:nvPr/>
        </p:nvSpPr>
        <p:spPr>
          <a:xfrm>
            <a:off x="6221597" y="859312"/>
            <a:ext cx="1156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every 6 </a:t>
            </a:r>
            <a:r>
              <a:rPr lang="en-US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hrs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88148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7E1"/>
        </a:solidFill>
        <a:effectLst/>
      </p:bgPr>
    </p:bg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3" name="Google Shape;793;p107"/>
          <p:cNvPicPr preferRelativeResize="0"/>
          <p:nvPr/>
        </p:nvPicPr>
        <p:blipFill rotWithShape="1">
          <a:blip r:embed="rId3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94" name="Google Shape;794;p107" title="Datascientest-25-2000-90.jpg"/>
          <p:cNvPicPr preferRelativeResize="0"/>
          <p:nvPr/>
        </p:nvPicPr>
        <p:blipFill rotWithShape="1">
          <a:blip r:embed="rId4">
            <a:alphaModFix/>
          </a:blip>
          <a:srcRect l="45806" t="33593" r="9932" b="291"/>
          <a:stretch/>
        </p:blipFill>
        <p:spPr>
          <a:xfrm>
            <a:off x="5416500" y="208500"/>
            <a:ext cx="3425100" cy="4726500"/>
          </a:xfrm>
          <a:prstGeom prst="roundRect">
            <a:avLst>
              <a:gd name="adj" fmla="val 6927"/>
            </a:avLst>
          </a:prstGeom>
          <a:noFill/>
          <a:ln>
            <a:noFill/>
          </a:ln>
        </p:spPr>
      </p:pic>
      <p:pic>
        <p:nvPicPr>
          <p:cNvPr id="795" name="Google Shape;795;p107"/>
          <p:cNvPicPr preferRelativeResize="0"/>
          <p:nvPr/>
        </p:nvPicPr>
        <p:blipFill rotWithShape="1">
          <a:blip r:embed="rId5">
            <a:alphaModFix/>
          </a:blip>
          <a:srcRect t="18838" r="42337"/>
          <a:stretch/>
        </p:blipFill>
        <p:spPr>
          <a:xfrm rot="5400000" flipH="1">
            <a:off x="5031851" y="670425"/>
            <a:ext cx="4943124" cy="3425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796" name="Google Shape;796;p107" title="undraw_faq_h01d.gif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62379" y="1423463"/>
            <a:ext cx="2082850" cy="13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797" name="Google Shape;797;p107"/>
          <p:cNvSpPr/>
          <p:nvPr/>
        </p:nvSpPr>
        <p:spPr>
          <a:xfrm>
            <a:off x="1643004" y="2784088"/>
            <a:ext cx="2121600" cy="346800"/>
          </a:xfrm>
          <a:prstGeom prst="roundRect">
            <a:avLst>
              <a:gd name="adj" fmla="val 5390"/>
            </a:avLst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 b="1">
                <a:solidFill>
                  <a:srgbClr val="F5FAFF"/>
                </a:solidFill>
                <a:latin typeface="Inter"/>
                <a:ea typeface="Inter"/>
                <a:cs typeface="Inter"/>
                <a:sym typeface="Inter"/>
              </a:rPr>
              <a:t>QUESTIONS</a:t>
            </a:r>
            <a:endParaRPr sz="1800" b="1">
              <a:solidFill>
                <a:srgbClr val="F5FAF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IORA">
  <a:themeElements>
    <a:clrScheme name="Simple Light">
      <a:dk1>
        <a:srgbClr val="000000"/>
      </a:dk1>
      <a:lt1>
        <a:srgbClr val="FFFFFF"/>
      </a:lt1>
      <a:dk2>
        <a:srgbClr val="1A1A33"/>
      </a:dk2>
      <a:lt2>
        <a:srgbClr val="FF6745"/>
      </a:lt2>
      <a:accent1>
        <a:srgbClr val="E8E7E1"/>
      </a:accent1>
      <a:accent2>
        <a:srgbClr val="DDFF45"/>
      </a:accent2>
      <a:accent3>
        <a:srgbClr val="00E5EE"/>
      </a:accent3>
      <a:accent4>
        <a:srgbClr val="C445FF"/>
      </a:accent4>
      <a:accent5>
        <a:srgbClr val="7657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142</Words>
  <Application>Microsoft Office PowerPoint</Application>
  <PresentationFormat>On-screen Show (16:9)</PresentationFormat>
  <Paragraphs>63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9" baseType="lpstr">
      <vt:lpstr>Arial</vt:lpstr>
      <vt:lpstr>Consolas</vt:lpstr>
      <vt:lpstr>Inter</vt:lpstr>
      <vt:lpstr>Inter Medium</vt:lpstr>
      <vt:lpstr>Inter SemiBold</vt:lpstr>
      <vt:lpstr>Rubik</vt:lpstr>
      <vt:lpstr>Urbanist Black</vt:lpstr>
      <vt:lpstr>Work Sans</vt:lpstr>
      <vt:lpstr>Work Sans Light</vt:lpstr>
      <vt:lpstr>Work Sans Medium</vt:lpstr>
      <vt:lpstr>Simple Light</vt:lpstr>
      <vt:lpstr>LIORA</vt:lpstr>
      <vt:lpstr>DATA ENGINEER</vt:lpstr>
      <vt:lpstr>Table of Contents</vt:lpstr>
      <vt:lpstr>First section  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Sergey Krutikov</cp:lastModifiedBy>
  <cp:revision>61</cp:revision>
  <dcterms:modified xsi:type="dcterms:W3CDTF">2026-08-10T17:54:11Z</dcterms:modified>
</cp:coreProperties>
</file>