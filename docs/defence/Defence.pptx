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0"/>
  </p:notesMasterIdLst>
  <p:sldIdLst>
    <p:sldId id="256" r:id="rId3"/>
    <p:sldId id="258" r:id="rId4"/>
    <p:sldId id="260" r:id="rId5"/>
    <p:sldId id="257" r:id="rId6"/>
    <p:sldId id="276" r:id="rId7"/>
    <p:sldId id="277" r:id="rId8"/>
    <p:sldId id="273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>
        <p:scale>
          <a:sx n="150" d="100"/>
          <a:sy n="150" d="100"/>
        </p:scale>
        <p:origin x="108" y="930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5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38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23.png"/><Relationship Id="rId5" Type="http://schemas.openxmlformats.org/officeDocument/2006/relationships/image" Target="../media/image27.png"/><Relationship Id="rId15" Type="http://schemas.openxmlformats.org/officeDocument/2006/relationships/image" Target="../media/image40.pn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36.png"/><Relationship Id="rId1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43.gif"/><Relationship Id="rId5" Type="http://schemas.openxmlformats.org/officeDocument/2006/relationships/image" Target="../media/image42.png"/><Relationship Id="rId4" Type="http://schemas.openxmlformats.org/officeDocument/2006/relationships/image" Target="../media/image4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950293" y="654602"/>
            <a:ext cx="7066567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271478" y="2017557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77537" y="2201629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662259" y="97197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82" y="201874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22" y="201755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00686" y="1507860"/>
            <a:ext cx="17556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55" name="Picture 654">
            <a:extLst>
              <a:ext uri="{FF2B5EF4-FFF2-40B4-BE49-F238E27FC236}">
                <a16:creationId xmlns:a16="http://schemas.microsoft.com/office/drawing/2014/main" id="{2BE3BB11-A8F8-F691-35C6-48F43D59F3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93918" y="4060614"/>
            <a:ext cx="762002" cy="252985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C7E9C915-7304-1879-E79F-A090CE9804E2}"/>
              </a:ext>
            </a:extLst>
          </p:cNvPr>
          <p:cNvSpPr txBox="1"/>
          <p:nvPr/>
        </p:nvSpPr>
        <p:spPr>
          <a:xfrm>
            <a:off x="3306943" y="4035755"/>
            <a:ext cx="886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Dash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62259" y="3568510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700687" y="139512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84105" y="193361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data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140416" y="1944908"/>
            <a:ext cx="2131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Processed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64585" y="1271270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(JSON)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5022" y="4110004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06383" y="3552235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303548" y="3807123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70739" y="4122559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8780" y="325316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5949" y="3707967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968937" y="3407053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971770" y="3823398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939207" y="3823398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129902" y="2229134"/>
            <a:ext cx="2314480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279454" y="3515621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06885" y="3540878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2144572" y="3248270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2178618" y="2229134"/>
            <a:ext cx="2092860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596872" y="2441901"/>
            <a:ext cx="1084176" cy="1365222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1074532" y="749512"/>
            <a:ext cx="5980318" cy="1903811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1074530" y="3046517"/>
            <a:ext cx="5980317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1074531" y="74951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1084407" y="3046516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8051" y="1618415"/>
            <a:ext cx="365992" cy="3775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46653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15948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15948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15950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857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692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574263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893563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060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271009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277922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272999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3065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34385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814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41193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182524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15594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18108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256925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592509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0605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850315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580454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690556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182524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450797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450797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256925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977754" y="762482"/>
            <a:ext cx="7156595" cy="408891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1046275"/>
            <a:ext cx="1488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670" idx="3"/>
            <a:endCxn id="601" idx="2"/>
          </p:cNvCxnSpPr>
          <p:nvPr/>
        </p:nvCxnSpPr>
        <p:spPr>
          <a:xfrm flipV="1">
            <a:off x="4973052" y="1830311"/>
            <a:ext cx="1106169" cy="6775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3976" y="1111467"/>
            <a:ext cx="473331" cy="423153"/>
          </a:xfrm>
          <a:prstGeom prst="rect">
            <a:avLst/>
          </a:prstGeom>
        </p:spPr>
      </p:pic>
      <p:grpSp>
        <p:nvGrpSpPr>
          <p:cNvPr id="592" name="Group 591">
            <a:extLst>
              <a:ext uri="{FF2B5EF4-FFF2-40B4-BE49-F238E27FC236}">
                <a16:creationId xmlns:a16="http://schemas.microsoft.com/office/drawing/2014/main" id="{8E600CA2-0AC8-6DAB-9394-0B6035809CA6}"/>
              </a:ext>
            </a:extLst>
          </p:cNvPr>
          <p:cNvGrpSpPr/>
          <p:nvPr/>
        </p:nvGrpSpPr>
        <p:grpSpPr>
          <a:xfrm>
            <a:off x="1158352" y="822630"/>
            <a:ext cx="1300866" cy="276999"/>
            <a:chOff x="1160614" y="818422"/>
            <a:chExt cx="1300866" cy="276999"/>
          </a:xfrm>
        </p:grpSpPr>
        <p:pic>
          <p:nvPicPr>
            <p:cNvPr id="655" name="Picture 654">
              <a:extLst>
                <a:ext uri="{FF2B5EF4-FFF2-40B4-BE49-F238E27FC236}">
                  <a16:creationId xmlns:a16="http://schemas.microsoft.com/office/drawing/2014/main" id="{145C12EE-37A4-9988-98AE-09ED74231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4702" y="830430"/>
              <a:ext cx="856778" cy="252985"/>
            </a:xfrm>
            <a:prstGeom prst="rect">
              <a:avLst/>
            </a:prstGeom>
          </p:spPr>
        </p:pic>
        <p:sp>
          <p:nvSpPr>
            <p:cNvPr id="657" name="TextBox 656">
              <a:extLst>
                <a:ext uri="{FF2B5EF4-FFF2-40B4-BE49-F238E27FC236}">
                  <a16:creationId xmlns:a16="http://schemas.microsoft.com/office/drawing/2014/main" id="{D1E2BEDB-F56B-D7A1-8690-414D94F85618}"/>
                </a:ext>
              </a:extLst>
            </p:cNvPr>
            <p:cNvSpPr txBox="1"/>
            <p:nvPr/>
          </p:nvSpPr>
          <p:spPr>
            <a:xfrm>
              <a:off x="1160614" y="818422"/>
              <a:ext cx="6371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2">
                      <a:lumMod val="50000"/>
                      <a:lumOff val="50000"/>
                    </a:schemeClr>
                  </a:solidFill>
                </a:rPr>
                <a:t>Dash</a:t>
              </a:r>
            </a:p>
          </p:txBody>
        </p:sp>
      </p:grpSp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0381" y="1118733"/>
            <a:ext cx="516809" cy="41082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670" idx="1"/>
            <a:endCxn id="57" idx="2"/>
          </p:cNvCxnSpPr>
          <p:nvPr/>
        </p:nvCxnSpPr>
        <p:spPr>
          <a:xfrm rot="10800000">
            <a:off x="1763264" y="1834317"/>
            <a:ext cx="1206238" cy="67351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35394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6477" y="917021"/>
            <a:ext cx="701850" cy="129515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>
            <a:off x="4244046" y="1321127"/>
            <a:ext cx="1579930" cy="191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142514" y="1526538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977755" y="1526539"/>
            <a:ext cx="1571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7115" y="884356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0466" y="3473181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834315"/>
            <a:ext cx="0" cy="51963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79413" y="1112698"/>
            <a:ext cx="564633" cy="4168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1036046"/>
            <a:ext cx="1480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 flipV="1">
            <a:off x="2067190" y="1321127"/>
            <a:ext cx="1612223" cy="3018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</p:cNvCxnSpPr>
          <p:nvPr/>
        </p:nvCxnSpPr>
        <p:spPr>
          <a:xfrm flipV="1">
            <a:off x="3362939" y="3834479"/>
            <a:ext cx="4194771" cy="469134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109654" y="3428514"/>
            <a:ext cx="896112" cy="388987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5329592" y="1522534"/>
            <a:ext cx="14992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3813105" y="3167285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airflow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874774" y="1745577"/>
            <a:ext cx="2105470" cy="126040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5393175" y="3620320"/>
            <a:ext cx="1917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66104" y="2416904"/>
            <a:ext cx="19114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38587" y="1986191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2561373" y="3851017"/>
            <a:ext cx="1274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153074" y="3621127"/>
            <a:ext cx="1956580" cy="1881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037E71C-353B-42DC-4DB0-AF72C5BEBDA8}"/>
              </a:ext>
            </a:extLst>
          </p:cNvPr>
          <p:cNvCxnSpPr>
            <a:cxnSpLocks/>
            <a:endCxn id="603" idx="0"/>
          </p:cNvCxnSpPr>
          <p:nvPr/>
        </p:nvCxnSpPr>
        <p:spPr>
          <a:xfrm>
            <a:off x="4703906" y="2661723"/>
            <a:ext cx="0" cy="50556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3198645" y="2642719"/>
            <a:ext cx="0" cy="1208298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66147" y="2014833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7158" y="2014834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2550" y="2781700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69485" y="2810055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3835918" y="4295695"/>
            <a:ext cx="3732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5" name="Picture 684">
            <a:extLst>
              <a:ext uri="{FF2B5EF4-FFF2-40B4-BE49-F238E27FC236}">
                <a16:creationId xmlns:a16="http://schemas.microsoft.com/office/drawing/2014/main" id="{7AE2D7F6-CD5B-6DBA-EAA7-92EBD7C2BB4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9919" y="3634776"/>
            <a:ext cx="307777" cy="307777"/>
          </a:xfrm>
          <a:prstGeom prst="rect">
            <a:avLst/>
          </a:prstGeom>
        </p:spPr>
      </p:pic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22682" y="4318608"/>
            <a:ext cx="300011" cy="300011"/>
          </a:xfrm>
          <a:prstGeom prst="rect">
            <a:avLst/>
          </a:prstGeom>
        </p:spPr>
      </p:pic>
      <p:sp>
        <p:nvSpPr>
          <p:cNvPr id="646" name="TextBox 645">
            <a:extLst>
              <a:ext uri="{FF2B5EF4-FFF2-40B4-BE49-F238E27FC236}">
                <a16:creationId xmlns:a16="http://schemas.microsoft.com/office/drawing/2014/main" id="{0CD0BFA2-3EA8-521D-CE70-5A08FE56D997}"/>
              </a:ext>
            </a:extLst>
          </p:cNvPr>
          <p:cNvSpPr txBox="1"/>
          <p:nvPr/>
        </p:nvSpPr>
        <p:spPr>
          <a:xfrm>
            <a:off x="5646079" y="3700919"/>
            <a:ext cx="42903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</a:t>
            </a:r>
            <a:r>
              <a:rPr lang="en-US" sz="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hrs</a:t>
            </a:r>
            <a:endParaRPr lang="en-US" sz="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34351" y="4139319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7200000">
            <a:off x="7607805" y="2029435"/>
            <a:ext cx="217941" cy="21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9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69</cp:revision>
  <dcterms:modified xsi:type="dcterms:W3CDTF">2026-08-11T10:58:49Z</dcterms:modified>
</cp:coreProperties>
</file>