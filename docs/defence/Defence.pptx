
<file path=[Content_Types].xml><?xml version="1.0" encoding="utf-8"?>
<Types xmlns="http://schemas.openxmlformats.org/package/2006/content-types">
  <Default Extension="gif" ContentType="image/gif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735" r:id="rId1"/>
    <p:sldMasterId id="2147483736" r:id="rId2"/>
  </p:sldMasterIdLst>
  <p:notesMasterIdLst>
    <p:notesMasterId r:id="rId19"/>
  </p:notesMasterIdLst>
  <p:sldIdLst>
    <p:sldId id="256" r:id="rId3"/>
    <p:sldId id="280" r:id="rId4"/>
    <p:sldId id="279" r:id="rId5"/>
    <p:sldId id="257" r:id="rId6"/>
    <p:sldId id="276" r:id="rId7"/>
    <p:sldId id="281" r:id="rId8"/>
    <p:sldId id="282" r:id="rId9"/>
    <p:sldId id="283" r:id="rId10"/>
    <p:sldId id="289" r:id="rId11"/>
    <p:sldId id="288" r:id="rId12"/>
    <p:sldId id="277" r:id="rId13"/>
    <p:sldId id="278" r:id="rId14"/>
    <p:sldId id="285" r:id="rId15"/>
    <p:sldId id="286" r:id="rId16"/>
    <p:sldId id="287" r:id="rId17"/>
    <p:sldId id="273" r:id="rId18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290">
          <p15:clr>
            <a:srgbClr val="747775"/>
          </p15:clr>
        </p15:guide>
        <p15:guide id="2" pos="2880">
          <p15:clr>
            <a:srgbClr val="747775"/>
          </p15:clr>
        </p15:guide>
        <p15:guide id="3" orient="horz" pos="1437">
          <p15:clr>
            <a:srgbClr val="747775"/>
          </p15:clr>
        </p15:guide>
        <p15:guide id="4" orient="horz" pos="1014">
          <p15:clr>
            <a:srgbClr val="747775"/>
          </p15:clr>
        </p15:guide>
        <p15:guide id="5" orient="horz" pos="1893">
          <p15:clr>
            <a:srgbClr val="747775"/>
          </p15:clr>
        </p15:guide>
        <p15:guide id="6" pos="4921">
          <p15:clr>
            <a:srgbClr val="747775"/>
          </p15:clr>
        </p15:guide>
        <p15:guide id="7" orient="horz" pos="2679">
          <p15:clr>
            <a:srgbClr val="747775"/>
          </p15:clr>
        </p15:guide>
        <p15:guide id="8" orient="horz" pos="591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0000"/>
    <a:srgbClr val="FFFFC0"/>
    <a:srgbClr val="FF0705"/>
    <a:srgbClr val="585858"/>
    <a:srgbClr val="336791"/>
    <a:srgbClr val="EF552E"/>
    <a:srgbClr val="262626"/>
    <a:srgbClr val="7151FD"/>
    <a:srgbClr val="0000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544" autoAdjust="0"/>
    <p:restoredTop sz="94660"/>
  </p:normalViewPr>
  <p:slideViewPr>
    <p:cSldViewPr snapToGrid="0">
      <p:cViewPr varScale="1">
        <p:scale>
          <a:sx n="192" d="100"/>
          <a:sy n="192" d="100"/>
        </p:scale>
        <p:origin x="138" y="216"/>
      </p:cViewPr>
      <p:guideLst>
        <p:guide orient="horz" pos="2290"/>
        <p:guide pos="2880"/>
        <p:guide orient="horz" pos="1437"/>
        <p:guide orient="horz" pos="1014"/>
        <p:guide orient="horz" pos="1893"/>
        <p:guide pos="4921"/>
        <p:guide orient="horz" pos="2679"/>
        <p:guide orient="horz" pos="59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" Type="http://schemas.openxmlformats.org/officeDocument/2006/relationships/slide" Target="slides/slide1.xml"/><Relationship Id="rId21" Type="http://schemas.openxmlformats.org/officeDocument/2006/relationships/viewProps" Target="viewProp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tableStyles" Target="tableStyles.xml"/><Relationship Id="rId10" Type="http://schemas.openxmlformats.org/officeDocument/2006/relationships/slide" Target="slides/slide8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Google Shape;624;g3b454739a23_0_14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5" name="Google Shape;625;g3b454739a23_0_145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9">
          <a:extLst>
            <a:ext uri="{FF2B5EF4-FFF2-40B4-BE49-F238E27FC236}">
              <a16:creationId xmlns:a16="http://schemas.microsoft.com/office/drawing/2014/main" id="{9BC80D90-3CDF-EE9F-B986-F854D868D7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" name="Google Shape;630;g3b5a5a12495_0_1110:notes">
            <a:extLst>
              <a:ext uri="{FF2B5EF4-FFF2-40B4-BE49-F238E27FC236}">
                <a16:creationId xmlns:a16="http://schemas.microsoft.com/office/drawing/2014/main" id="{AD4682FC-B3EC-2678-7D17-81881EEA6A5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1" name="Google Shape;631;g3b5a5a12495_0_1110:notes">
            <a:extLst>
              <a:ext uri="{FF2B5EF4-FFF2-40B4-BE49-F238E27FC236}">
                <a16:creationId xmlns:a16="http://schemas.microsoft.com/office/drawing/2014/main" id="{860675AA-EA3C-5205-EE90-0DD4170506D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0975730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9">
          <a:extLst>
            <a:ext uri="{FF2B5EF4-FFF2-40B4-BE49-F238E27FC236}">
              <a16:creationId xmlns:a16="http://schemas.microsoft.com/office/drawing/2014/main" id="{4CDCF8BA-96C4-93FC-7D6C-BB49715171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" name="Google Shape;630;g3b5a5a12495_0_1110:notes">
            <a:extLst>
              <a:ext uri="{FF2B5EF4-FFF2-40B4-BE49-F238E27FC236}">
                <a16:creationId xmlns:a16="http://schemas.microsoft.com/office/drawing/2014/main" id="{DE5305BD-4ECF-43FE-2DCE-9A5170CF357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1" name="Google Shape;631;g3b5a5a12495_0_1110:notes">
            <a:extLst>
              <a:ext uri="{FF2B5EF4-FFF2-40B4-BE49-F238E27FC236}">
                <a16:creationId xmlns:a16="http://schemas.microsoft.com/office/drawing/2014/main" id="{7D25C066-D770-EFAE-D55A-CDBDBCE530F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9057824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" name="Google Shape;630;g3b5a5a12495_0_11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1" name="Google Shape;631;g3b5a5a12495_0_11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9">
          <a:extLst>
            <a:ext uri="{FF2B5EF4-FFF2-40B4-BE49-F238E27FC236}">
              <a16:creationId xmlns:a16="http://schemas.microsoft.com/office/drawing/2014/main" id="{AD9B68FD-C652-2B2D-3D10-CB6CDDF29E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" name="Google Shape;630;g3b5a5a12495_0_1110:notes">
            <a:extLst>
              <a:ext uri="{FF2B5EF4-FFF2-40B4-BE49-F238E27FC236}">
                <a16:creationId xmlns:a16="http://schemas.microsoft.com/office/drawing/2014/main" id="{8247C6C0-368F-8126-90AE-95A7BB54A3F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1" name="Google Shape;631;g3b5a5a12495_0_1110:notes">
            <a:extLst>
              <a:ext uri="{FF2B5EF4-FFF2-40B4-BE49-F238E27FC236}">
                <a16:creationId xmlns:a16="http://schemas.microsoft.com/office/drawing/2014/main" id="{26CA0F2F-7171-467D-3928-881AA20DFF0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7710655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9">
          <a:extLst>
            <a:ext uri="{FF2B5EF4-FFF2-40B4-BE49-F238E27FC236}">
              <a16:creationId xmlns:a16="http://schemas.microsoft.com/office/drawing/2014/main" id="{33C81560-8DE1-343F-2CE5-3720508C68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" name="Google Shape;630;g3b5a5a12495_0_1110:notes">
            <a:extLst>
              <a:ext uri="{FF2B5EF4-FFF2-40B4-BE49-F238E27FC236}">
                <a16:creationId xmlns:a16="http://schemas.microsoft.com/office/drawing/2014/main" id="{EFA68678-17EF-C4C5-E091-657DA275817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1" name="Google Shape;631;g3b5a5a12495_0_1110:notes">
            <a:extLst>
              <a:ext uri="{FF2B5EF4-FFF2-40B4-BE49-F238E27FC236}">
                <a16:creationId xmlns:a16="http://schemas.microsoft.com/office/drawing/2014/main" id="{E34EECCF-D3ED-58B6-CAF9-F03E047F230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0426063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9">
          <a:extLst>
            <a:ext uri="{FF2B5EF4-FFF2-40B4-BE49-F238E27FC236}">
              <a16:creationId xmlns:a16="http://schemas.microsoft.com/office/drawing/2014/main" id="{AD22FCF4-424B-BE31-2085-4D3750C355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" name="Google Shape;630;g3b5a5a12495_0_1110:notes">
            <a:extLst>
              <a:ext uri="{FF2B5EF4-FFF2-40B4-BE49-F238E27FC236}">
                <a16:creationId xmlns:a16="http://schemas.microsoft.com/office/drawing/2014/main" id="{8711EBA4-37FD-4F93-A16F-C27A00BD11B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1" name="Google Shape;631;g3b5a5a12495_0_1110:notes">
            <a:extLst>
              <a:ext uri="{FF2B5EF4-FFF2-40B4-BE49-F238E27FC236}">
                <a16:creationId xmlns:a16="http://schemas.microsoft.com/office/drawing/2014/main" id="{DDA07EBF-D098-17D5-80CF-FBA54C6D4AD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6077147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9">
          <a:extLst>
            <a:ext uri="{FF2B5EF4-FFF2-40B4-BE49-F238E27FC236}">
              <a16:creationId xmlns:a16="http://schemas.microsoft.com/office/drawing/2014/main" id="{D4ABFAA4-0D5F-2C11-7FD1-737AFEC361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" name="Google Shape;630;g3b5a5a12495_0_1110:notes">
            <a:extLst>
              <a:ext uri="{FF2B5EF4-FFF2-40B4-BE49-F238E27FC236}">
                <a16:creationId xmlns:a16="http://schemas.microsoft.com/office/drawing/2014/main" id="{BCECB95F-8073-09EF-BE97-02741F289F3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1" name="Google Shape;631;g3b5a5a12495_0_1110:notes">
            <a:extLst>
              <a:ext uri="{FF2B5EF4-FFF2-40B4-BE49-F238E27FC236}">
                <a16:creationId xmlns:a16="http://schemas.microsoft.com/office/drawing/2014/main" id="{50403A7B-AF7D-2673-853C-086ED7C5E4F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4774210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9">
          <a:extLst>
            <a:ext uri="{FF2B5EF4-FFF2-40B4-BE49-F238E27FC236}">
              <a16:creationId xmlns:a16="http://schemas.microsoft.com/office/drawing/2014/main" id="{B12BD581-E3B5-6A20-0E5C-258BC9A86A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" name="Google Shape;630;g3b5a5a12495_0_1110:notes">
            <a:extLst>
              <a:ext uri="{FF2B5EF4-FFF2-40B4-BE49-F238E27FC236}">
                <a16:creationId xmlns:a16="http://schemas.microsoft.com/office/drawing/2014/main" id="{FCF3F26B-197F-5B9B-18D8-E88CCF4F496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1" name="Google Shape;631;g3b5a5a12495_0_1110:notes">
            <a:extLst>
              <a:ext uri="{FF2B5EF4-FFF2-40B4-BE49-F238E27FC236}">
                <a16:creationId xmlns:a16="http://schemas.microsoft.com/office/drawing/2014/main" id="{49EC9746-462D-4000-B6B1-EF08ADCCA1A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3273304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9">
          <a:extLst>
            <a:ext uri="{FF2B5EF4-FFF2-40B4-BE49-F238E27FC236}">
              <a16:creationId xmlns:a16="http://schemas.microsoft.com/office/drawing/2014/main" id="{D70F0DE1-61C8-B949-CF9F-889D512530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" name="Google Shape;630;g3b5a5a12495_0_1110:notes">
            <a:extLst>
              <a:ext uri="{FF2B5EF4-FFF2-40B4-BE49-F238E27FC236}">
                <a16:creationId xmlns:a16="http://schemas.microsoft.com/office/drawing/2014/main" id="{4AAADD59-477D-A0E5-6A76-02B7BE63137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1" name="Google Shape;631;g3b5a5a12495_0_1110:notes">
            <a:extLst>
              <a:ext uri="{FF2B5EF4-FFF2-40B4-BE49-F238E27FC236}">
                <a16:creationId xmlns:a16="http://schemas.microsoft.com/office/drawing/2014/main" id="{B00DFA13-910D-3747-D068-FAF410152E4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6494433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9">
          <a:extLst>
            <a:ext uri="{FF2B5EF4-FFF2-40B4-BE49-F238E27FC236}">
              <a16:creationId xmlns:a16="http://schemas.microsoft.com/office/drawing/2014/main" id="{D147EA35-C048-03B5-3B2A-D97327898C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" name="Google Shape;630;g3b5a5a12495_0_1110:notes">
            <a:extLst>
              <a:ext uri="{FF2B5EF4-FFF2-40B4-BE49-F238E27FC236}">
                <a16:creationId xmlns:a16="http://schemas.microsoft.com/office/drawing/2014/main" id="{8A501384-DA99-AE86-BB52-079F9840A9E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1" name="Google Shape;631;g3b5a5a12495_0_1110:notes">
            <a:extLst>
              <a:ext uri="{FF2B5EF4-FFF2-40B4-BE49-F238E27FC236}">
                <a16:creationId xmlns:a16="http://schemas.microsoft.com/office/drawing/2014/main" id="{81D3174D-B695-A353-C208-F6C9ABBB67D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9548814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9">
          <a:extLst>
            <a:ext uri="{FF2B5EF4-FFF2-40B4-BE49-F238E27FC236}">
              <a16:creationId xmlns:a16="http://schemas.microsoft.com/office/drawing/2014/main" id="{0CFDF225-9D6C-070C-7AA2-498661D94D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" name="Google Shape;630;g3b5a5a12495_0_1110:notes">
            <a:extLst>
              <a:ext uri="{FF2B5EF4-FFF2-40B4-BE49-F238E27FC236}">
                <a16:creationId xmlns:a16="http://schemas.microsoft.com/office/drawing/2014/main" id="{E1E9E779-8DA5-DD3F-C5A3-D7087099B37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1" name="Google Shape;631;g3b5a5a12495_0_1110:notes">
            <a:extLst>
              <a:ext uri="{FF2B5EF4-FFF2-40B4-BE49-F238E27FC236}">
                <a16:creationId xmlns:a16="http://schemas.microsoft.com/office/drawing/2014/main" id="{752B3448-BA03-99AE-1050-A4AFA513BD4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6946279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9">
          <a:extLst>
            <a:ext uri="{FF2B5EF4-FFF2-40B4-BE49-F238E27FC236}">
              <a16:creationId xmlns:a16="http://schemas.microsoft.com/office/drawing/2014/main" id="{5736AA4C-64C7-241C-91A2-B8270FA9EF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" name="Google Shape;630;g3b5a5a12495_0_1110:notes">
            <a:extLst>
              <a:ext uri="{FF2B5EF4-FFF2-40B4-BE49-F238E27FC236}">
                <a16:creationId xmlns:a16="http://schemas.microsoft.com/office/drawing/2014/main" id="{4B188B41-0D99-2904-401A-F6B57A1D3D7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1" name="Google Shape;631;g3b5a5a12495_0_1110:notes">
            <a:extLst>
              <a:ext uri="{FF2B5EF4-FFF2-40B4-BE49-F238E27FC236}">
                <a16:creationId xmlns:a16="http://schemas.microsoft.com/office/drawing/2014/main" id="{A39897C0-1FF6-78B2-1504-54B4031A85C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6834325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0" name="Google Shape;790;g3b86f157844_0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1" name="Google Shape;791;g3b86f157844_0_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.png"/></Relationships>
</file>

<file path=ppt/slideLayouts/_rels/slideLayout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6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6.png"/></Relationships>
</file>

<file path=ppt/slideLayouts/_rels/slideLayout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6.png"/></Relationships>
</file>

<file path=ppt/slideLayouts/_rels/slideLayout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2.xml"/></Relationships>
</file>

<file path=ppt/slideLayouts/_rels/slideLayout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6.png"/></Relationships>
</file>

<file path=ppt/slideLayouts/_rels/slideLayout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6.png"/></Relationships>
</file>

<file path=ppt/slideLayouts/_rels/slideLayout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6.png"/></Relationships>
</file>

<file path=ppt/slideLayouts/_rels/slideLayout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6.png"/></Relationships>
</file>

<file path=ppt/slideLayouts/_rels/slideLayout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6.png"/></Relationships>
</file>

<file path=ppt/slideLayouts/_rels/slideLayout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2.xml"/></Relationships>
</file>

<file path=ppt/slideLayouts/_rels/slideLayout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6.png"/></Relationships>
</file>

<file path=ppt/slideLayouts/_rels/slideLayout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20.png"/></Relationships>
</file>

<file path=ppt/slideLayouts/_rels/slideLayout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2.xml"/></Relationships>
</file>

<file path=ppt/slideLayouts/_rels/slideLayout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2.xml"/></Relationships>
</file>

<file path=ppt/slideLayouts/_rels/slideLayout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2.xml"/></Relationships>
</file>

<file path=ppt/slideLayouts/_rels/slideLayout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20.png"/></Relationships>
</file>

<file path=ppt/slideLayouts/_rels/slideLayout8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B - Chapitrage">
  <p:cSld name="TITLE_1">
    <p:bg>
      <p:bgPr>
        <a:solidFill>
          <a:schemeClr val="dk2"/>
        </a:solidFill>
        <a:effectLst/>
      </p:bgPr>
    </p:bg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" name="Google Shape;51;p1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pic>
        <p:nvPicPr>
          <p:cNvPr id="52" name="Google Shape;52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24597" y="481824"/>
            <a:ext cx="9144026" cy="4524833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13"/>
          <p:cNvSpPr txBox="1"/>
          <p:nvPr/>
        </p:nvSpPr>
        <p:spPr>
          <a:xfrm>
            <a:off x="4671000" y="4747508"/>
            <a:ext cx="2021400" cy="13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chemeClr val="lt1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YOUR FUTURE, </a:t>
            </a:r>
            <a:r>
              <a:rPr lang="fr" sz="900" b="1">
                <a:solidFill>
                  <a:schemeClr val="lt1"/>
                </a:solidFill>
                <a:latin typeface="Work Sans"/>
                <a:ea typeface="Work Sans"/>
                <a:cs typeface="Work Sans"/>
                <a:sym typeface="Work Sans"/>
              </a:rPr>
              <a:t>DECODED.</a:t>
            </a:r>
            <a:endParaRPr sz="900" b="1">
              <a:solidFill>
                <a:schemeClr val="lt1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sp>
        <p:nvSpPr>
          <p:cNvPr id="54" name="Google Shape;54;p13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5766000" cy="3807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None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None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None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None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None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None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None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None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None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55" name="Google Shape;55;p13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rmAutofit/>
          </a:bodyPr>
          <a:lstStyle>
            <a:lvl1pPr lvl="0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A - Couverture" type="title">
  <p:cSld name="TITLE">
    <p:bg>
      <p:bgPr>
        <a:solidFill>
          <a:schemeClr val="dk2"/>
        </a:solidFill>
        <a:effectLst/>
      </p:bgPr>
    </p:bg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8" name="Google Shape;58;p1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15774" y="4544172"/>
            <a:ext cx="1292251" cy="408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9" name="Google Shape;59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24597" y="481824"/>
            <a:ext cx="9144026" cy="4524833"/>
          </a:xfrm>
          <a:prstGeom prst="rect">
            <a:avLst/>
          </a:prstGeom>
          <a:noFill/>
          <a:ln>
            <a:noFill/>
          </a:ln>
        </p:spPr>
      </p:pic>
      <p:sp>
        <p:nvSpPr>
          <p:cNvPr id="60" name="Google Shape;60;p15"/>
          <p:cNvSpPr txBox="1"/>
          <p:nvPr/>
        </p:nvSpPr>
        <p:spPr>
          <a:xfrm>
            <a:off x="4671000" y="4747508"/>
            <a:ext cx="2021400" cy="13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chemeClr val="lt1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YOUR FUTURE, </a:t>
            </a:r>
            <a:r>
              <a:rPr lang="fr" sz="900" b="1">
                <a:solidFill>
                  <a:schemeClr val="lt1"/>
                </a:solidFill>
                <a:latin typeface="Work Sans"/>
                <a:ea typeface="Work Sans"/>
                <a:cs typeface="Work Sans"/>
                <a:sym typeface="Work Sans"/>
              </a:rPr>
              <a:t>DECODED.</a:t>
            </a:r>
            <a:endParaRPr sz="900" b="1">
              <a:solidFill>
                <a:schemeClr val="lt1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sp>
        <p:nvSpPr>
          <p:cNvPr id="61" name="Google Shape;61;p15"/>
          <p:cNvSpPr txBox="1">
            <a:spLocks noGrp="1"/>
          </p:cNvSpPr>
          <p:nvPr>
            <p:ph type="title"/>
          </p:nvPr>
        </p:nvSpPr>
        <p:spPr>
          <a:xfrm>
            <a:off x="198000" y="1530525"/>
            <a:ext cx="5766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Work Sans Medium"/>
              <a:buChar char="●"/>
              <a:defRPr sz="21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62" name="Google Shape;62;p15"/>
          <p:cNvSpPr txBox="1">
            <a:spLocks noGrp="1"/>
          </p:cNvSpPr>
          <p:nvPr>
            <p:ph type="title" idx="2"/>
          </p:nvPr>
        </p:nvSpPr>
        <p:spPr>
          <a:xfrm>
            <a:off x="198000" y="198000"/>
            <a:ext cx="5766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63" name="Google Shape;63;p15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B - Chapitrage">
  <p:cSld name="TITLE_1">
    <p:bg>
      <p:bgPr>
        <a:solidFill>
          <a:schemeClr val="dk2"/>
        </a:solidFill>
        <a:effectLst/>
      </p:bgPr>
    </p:bg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" name="Google Shape;65;p1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pic>
        <p:nvPicPr>
          <p:cNvPr id="66" name="Google Shape;66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24597" y="481824"/>
            <a:ext cx="9144026" cy="4524833"/>
          </a:xfrm>
          <a:prstGeom prst="rect">
            <a:avLst/>
          </a:prstGeom>
          <a:noFill/>
          <a:ln>
            <a:noFill/>
          </a:ln>
        </p:spPr>
      </p:pic>
      <p:sp>
        <p:nvSpPr>
          <p:cNvPr id="67" name="Google Shape;67;p16"/>
          <p:cNvSpPr txBox="1"/>
          <p:nvPr/>
        </p:nvSpPr>
        <p:spPr>
          <a:xfrm>
            <a:off x="4671000" y="4747508"/>
            <a:ext cx="2021400" cy="13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chemeClr val="lt1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YOUR FUTURE, </a:t>
            </a:r>
            <a:r>
              <a:rPr lang="fr" sz="900" b="1">
                <a:solidFill>
                  <a:schemeClr val="lt1"/>
                </a:solidFill>
                <a:latin typeface="Work Sans"/>
                <a:ea typeface="Work Sans"/>
                <a:cs typeface="Work Sans"/>
                <a:sym typeface="Work Sans"/>
              </a:rPr>
              <a:t>DECODED.</a:t>
            </a:r>
            <a:endParaRPr sz="900" b="1">
              <a:solidFill>
                <a:schemeClr val="lt1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sp>
        <p:nvSpPr>
          <p:cNvPr id="68" name="Google Shape;68;p16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5766000" cy="380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69" name="Google Shape;69;p16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B - Sommaire avec Colonne">
  <p:cSld name="SECTION_HEADER_1">
    <p:bg>
      <p:bgPr>
        <a:solidFill>
          <a:schemeClr val="accent1"/>
        </a:solidFill>
        <a:effectLst/>
      </p:bgPr>
    </p:bg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7"/>
          <p:cNvSpPr/>
          <p:nvPr/>
        </p:nvSpPr>
        <p:spPr>
          <a:xfrm>
            <a:off x="0" y="0"/>
            <a:ext cx="3727500" cy="5143500"/>
          </a:xfrm>
          <a:prstGeom prst="rect">
            <a:avLst/>
          </a:prstGeom>
          <a:solidFill>
            <a:srgbClr val="1A1A3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" name="Google Shape;72;p17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73" name="Google Shape;73;p17"/>
          <p:cNvSpPr txBox="1">
            <a:spLocks noGrp="1"/>
          </p:cNvSpPr>
          <p:nvPr>
            <p:ph type="title"/>
          </p:nvPr>
        </p:nvSpPr>
        <p:spPr>
          <a:xfrm>
            <a:off x="198000" y="198100"/>
            <a:ext cx="2038500" cy="3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●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○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■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●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○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■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●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○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■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74" name="Google Shape;74;p17"/>
          <p:cNvSpPr txBox="1">
            <a:spLocks noGrp="1"/>
          </p:cNvSpPr>
          <p:nvPr>
            <p:ph type="title" idx="2"/>
          </p:nvPr>
        </p:nvSpPr>
        <p:spPr>
          <a:xfrm>
            <a:off x="2434500" y="198100"/>
            <a:ext cx="10842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●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○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■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●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○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■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●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○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■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sp>
        <p:nvSpPr>
          <p:cNvPr id="75" name="Google Shape;75;p17"/>
          <p:cNvSpPr txBox="1">
            <a:spLocks noGrp="1"/>
          </p:cNvSpPr>
          <p:nvPr>
            <p:ph type="title" idx="3"/>
          </p:nvPr>
        </p:nvSpPr>
        <p:spPr>
          <a:xfrm>
            <a:off x="3925500" y="198100"/>
            <a:ext cx="35295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1200"/>
              <a:buFont typeface="Inter Medium"/>
              <a:buChar char="●"/>
              <a:defRPr sz="1200">
                <a:solidFill>
                  <a:srgbClr val="1A1A33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pic>
        <p:nvPicPr>
          <p:cNvPr id="76" name="Google Shape;76;p1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C - Sommaire avec accroche">
  <p:cSld name="SECTION_HEADER_1_1">
    <p:bg>
      <p:bgPr>
        <a:solidFill>
          <a:schemeClr val="accent1"/>
        </a:solidFill>
        <a:effectLst/>
      </p:bgPr>
    </p:bg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8"/>
          <p:cNvSpPr/>
          <p:nvPr/>
        </p:nvSpPr>
        <p:spPr>
          <a:xfrm>
            <a:off x="0" y="0"/>
            <a:ext cx="3727500" cy="5143500"/>
          </a:xfrm>
          <a:prstGeom prst="rect">
            <a:avLst/>
          </a:prstGeom>
          <a:solidFill>
            <a:srgbClr val="1A1A3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79" name="Google Shape;79;p1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flipH="1">
            <a:off x="-3709809" y="932975"/>
            <a:ext cx="6648326" cy="3289874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Google Shape;80;p18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81" name="Google Shape;81;p18"/>
          <p:cNvSpPr txBox="1">
            <a:spLocks noGrp="1"/>
          </p:cNvSpPr>
          <p:nvPr>
            <p:ph type="title"/>
          </p:nvPr>
        </p:nvSpPr>
        <p:spPr>
          <a:xfrm>
            <a:off x="3925500" y="198100"/>
            <a:ext cx="35295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1200"/>
              <a:buFont typeface="Inter Medium"/>
              <a:buChar char="●"/>
              <a:defRPr sz="1200">
                <a:solidFill>
                  <a:srgbClr val="1A1A33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pic>
        <p:nvPicPr>
          <p:cNvPr id="82" name="Google Shape;82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83" name="Google Shape;83;p18"/>
          <p:cNvSpPr txBox="1">
            <a:spLocks noGrp="1"/>
          </p:cNvSpPr>
          <p:nvPr>
            <p:ph type="body" idx="1"/>
          </p:nvPr>
        </p:nvSpPr>
        <p:spPr>
          <a:xfrm>
            <a:off x="964591" y="1097325"/>
            <a:ext cx="1780500" cy="139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●"/>
              <a:defRPr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○"/>
              <a:defRPr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■"/>
              <a:defRPr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●"/>
              <a:defRPr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○"/>
              <a:defRPr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■"/>
              <a:defRPr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●"/>
              <a:defRPr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○"/>
              <a:defRPr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■"/>
              <a:defRPr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84" name="Google Shape;84;p18"/>
          <p:cNvSpPr txBox="1">
            <a:spLocks noGrp="1"/>
          </p:cNvSpPr>
          <p:nvPr>
            <p:ph type="title" idx="2"/>
          </p:nvPr>
        </p:nvSpPr>
        <p:spPr>
          <a:xfrm>
            <a:off x="198000" y="198100"/>
            <a:ext cx="2038500" cy="135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●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○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■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●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○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■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●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○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■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A - Texte &amp; Image / Fond Clair 1">
  <p:cSld name="SECTION_HEADER_1_1_1">
    <p:bg>
      <p:bgPr>
        <a:solidFill>
          <a:schemeClr val="lt1"/>
        </a:solidFill>
        <a:effectLst/>
      </p:bgPr>
    </p:bg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6" name="Google Shape;86;p19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19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8" name="Google Shape;88;p19"/>
          <p:cNvSpPr txBox="1">
            <a:spLocks noGrp="1"/>
          </p:cNvSpPr>
          <p:nvPr>
            <p:ph type="body" idx="2"/>
          </p:nvPr>
        </p:nvSpPr>
        <p:spPr>
          <a:xfrm>
            <a:off x="198000" y="878400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89" name="Google Shape;89;p19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90" name="Google Shape;90;p19"/>
          <p:cNvSpPr>
            <a:spLocks noGrp="1"/>
          </p:cNvSpPr>
          <p:nvPr>
            <p:ph type="pic" idx="3"/>
          </p:nvPr>
        </p:nvSpPr>
        <p:spPr>
          <a:xfrm>
            <a:off x="3180000" y="198000"/>
            <a:ext cx="5766000" cy="45495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B - Texte &amp; Image / Fond Clair 2">
  <p:cSld name="TITLE_AND_BODY_2"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20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93" name="Google Shape;93;p20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4" name="Google Shape;94;p20"/>
          <p:cNvSpPr txBox="1">
            <a:spLocks noGrp="1"/>
          </p:cNvSpPr>
          <p:nvPr>
            <p:ph type="body" idx="2"/>
          </p:nvPr>
        </p:nvSpPr>
        <p:spPr>
          <a:xfrm>
            <a:off x="198000" y="878400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95" name="Google Shape;95;p20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96" name="Google Shape;96;p20"/>
          <p:cNvSpPr>
            <a:spLocks noGrp="1"/>
          </p:cNvSpPr>
          <p:nvPr>
            <p:ph type="pic" idx="3"/>
          </p:nvPr>
        </p:nvSpPr>
        <p:spPr>
          <a:xfrm>
            <a:off x="3180000" y="198000"/>
            <a:ext cx="5766000" cy="21756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  <p:sp>
        <p:nvSpPr>
          <p:cNvPr id="97" name="Google Shape;97;p20"/>
          <p:cNvSpPr txBox="1">
            <a:spLocks noGrp="1"/>
          </p:cNvSpPr>
          <p:nvPr>
            <p:ph type="body" idx="4"/>
          </p:nvPr>
        </p:nvSpPr>
        <p:spPr>
          <a:xfrm>
            <a:off x="3180000" y="2571900"/>
            <a:ext cx="2784000" cy="21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98" name="Google Shape;98;p20"/>
          <p:cNvSpPr txBox="1">
            <a:spLocks noGrp="1"/>
          </p:cNvSpPr>
          <p:nvPr>
            <p:ph type="body" idx="5"/>
          </p:nvPr>
        </p:nvSpPr>
        <p:spPr>
          <a:xfrm>
            <a:off x="6162000" y="2571900"/>
            <a:ext cx="2784000" cy="21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D - Texte &amp; Image / Fond Clair 4">
  <p:cSld name="TITLE_AND_BODY_2_1"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21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101" name="Google Shape;101;p21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2" name="Google Shape;102;p21"/>
          <p:cNvSpPr txBox="1">
            <a:spLocks noGrp="1"/>
          </p:cNvSpPr>
          <p:nvPr>
            <p:ph type="body" idx="2"/>
          </p:nvPr>
        </p:nvSpPr>
        <p:spPr>
          <a:xfrm>
            <a:off x="198000" y="878400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03" name="Google Shape;103;p21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104" name="Google Shape;104;p21"/>
          <p:cNvSpPr>
            <a:spLocks noGrp="1"/>
          </p:cNvSpPr>
          <p:nvPr>
            <p:ph type="pic" idx="3"/>
          </p:nvPr>
        </p:nvSpPr>
        <p:spPr>
          <a:xfrm>
            <a:off x="3180000" y="198000"/>
            <a:ext cx="2784000" cy="21756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  <p:sp>
        <p:nvSpPr>
          <p:cNvPr id="105" name="Google Shape;105;p21"/>
          <p:cNvSpPr txBox="1">
            <a:spLocks noGrp="1"/>
          </p:cNvSpPr>
          <p:nvPr>
            <p:ph type="body" idx="4"/>
          </p:nvPr>
        </p:nvSpPr>
        <p:spPr>
          <a:xfrm>
            <a:off x="3180000" y="2571900"/>
            <a:ext cx="5766000" cy="21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06" name="Google Shape;106;p21"/>
          <p:cNvSpPr>
            <a:spLocks noGrp="1"/>
          </p:cNvSpPr>
          <p:nvPr>
            <p:ph type="pic" idx="5"/>
          </p:nvPr>
        </p:nvSpPr>
        <p:spPr>
          <a:xfrm>
            <a:off x="6162000" y="198000"/>
            <a:ext cx="2784000" cy="21756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E - Texte &amp; Image / Fond Clair 5">
  <p:cSld name="TITLE_AND_BODY_2_1_1"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2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2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0" name="Google Shape;110;p22"/>
          <p:cNvSpPr txBox="1">
            <a:spLocks noGrp="1"/>
          </p:cNvSpPr>
          <p:nvPr>
            <p:ph type="body" idx="2"/>
          </p:nvPr>
        </p:nvSpPr>
        <p:spPr>
          <a:xfrm>
            <a:off x="198000" y="878400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11" name="Google Shape;111;p22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112" name="Google Shape;112;p22"/>
          <p:cNvSpPr txBox="1">
            <a:spLocks noGrp="1"/>
          </p:cNvSpPr>
          <p:nvPr>
            <p:ph type="body" idx="3"/>
          </p:nvPr>
        </p:nvSpPr>
        <p:spPr>
          <a:xfrm>
            <a:off x="4671000" y="198000"/>
            <a:ext cx="4275000" cy="138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13" name="Google Shape;113;p22"/>
          <p:cNvSpPr txBox="1">
            <a:spLocks noGrp="1"/>
          </p:cNvSpPr>
          <p:nvPr>
            <p:ph type="body" idx="4"/>
          </p:nvPr>
        </p:nvSpPr>
        <p:spPr>
          <a:xfrm>
            <a:off x="3180000" y="1780500"/>
            <a:ext cx="4275000" cy="138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14" name="Google Shape;114;p22"/>
          <p:cNvSpPr txBox="1">
            <a:spLocks noGrp="1"/>
          </p:cNvSpPr>
          <p:nvPr>
            <p:ph type="body" idx="5"/>
          </p:nvPr>
        </p:nvSpPr>
        <p:spPr>
          <a:xfrm>
            <a:off x="4671000" y="3363000"/>
            <a:ext cx="4275000" cy="138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15" name="Google Shape;115;p22"/>
          <p:cNvSpPr>
            <a:spLocks noGrp="1"/>
          </p:cNvSpPr>
          <p:nvPr>
            <p:ph type="pic" idx="6"/>
          </p:nvPr>
        </p:nvSpPr>
        <p:spPr>
          <a:xfrm>
            <a:off x="3180000" y="3362975"/>
            <a:ext cx="1293300" cy="1384500"/>
          </a:xfrm>
          <a:prstGeom prst="roundRect">
            <a:avLst>
              <a:gd name="adj" fmla="val 8277"/>
            </a:avLst>
          </a:prstGeom>
          <a:noFill/>
          <a:ln>
            <a:noFill/>
          </a:ln>
        </p:spPr>
      </p:sp>
      <p:sp>
        <p:nvSpPr>
          <p:cNvPr id="116" name="Google Shape;116;p22"/>
          <p:cNvSpPr>
            <a:spLocks noGrp="1"/>
          </p:cNvSpPr>
          <p:nvPr>
            <p:ph type="pic" idx="7"/>
          </p:nvPr>
        </p:nvSpPr>
        <p:spPr>
          <a:xfrm>
            <a:off x="7653000" y="1780500"/>
            <a:ext cx="1293300" cy="1384500"/>
          </a:xfrm>
          <a:prstGeom prst="roundRect">
            <a:avLst>
              <a:gd name="adj" fmla="val 8277"/>
            </a:avLst>
          </a:prstGeom>
          <a:noFill/>
          <a:ln>
            <a:noFill/>
          </a:ln>
        </p:spPr>
      </p:sp>
      <p:sp>
        <p:nvSpPr>
          <p:cNvPr id="117" name="Google Shape;117;p22"/>
          <p:cNvSpPr>
            <a:spLocks noGrp="1"/>
          </p:cNvSpPr>
          <p:nvPr>
            <p:ph type="pic" idx="8"/>
          </p:nvPr>
        </p:nvSpPr>
        <p:spPr>
          <a:xfrm>
            <a:off x="3180000" y="198025"/>
            <a:ext cx="1293300" cy="1384500"/>
          </a:xfrm>
          <a:prstGeom prst="roundRect">
            <a:avLst>
              <a:gd name="adj" fmla="val 8277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F - Texte &amp; Image / Fond Clair 6">
  <p:cSld name="TITLE_AND_BODY_1"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9" name="Google Shape;119;p23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120" name="Google Shape;120;p23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1" name="Google Shape;121;p23"/>
          <p:cNvSpPr txBox="1">
            <a:spLocks noGrp="1"/>
          </p:cNvSpPr>
          <p:nvPr>
            <p:ph type="body" idx="2"/>
          </p:nvPr>
        </p:nvSpPr>
        <p:spPr>
          <a:xfrm>
            <a:off x="198000" y="968775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22" name="Google Shape;122;p23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123" name="Google Shape;123;p23"/>
          <p:cNvSpPr txBox="1">
            <a:spLocks noGrp="1"/>
          </p:cNvSpPr>
          <p:nvPr>
            <p:ph type="body" idx="3"/>
          </p:nvPr>
        </p:nvSpPr>
        <p:spPr>
          <a:xfrm>
            <a:off x="4671850" y="3458675"/>
            <a:ext cx="2037600" cy="128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24" name="Google Shape;124;p23"/>
          <p:cNvSpPr txBox="1">
            <a:spLocks noGrp="1"/>
          </p:cNvSpPr>
          <p:nvPr>
            <p:ph type="body" idx="4"/>
          </p:nvPr>
        </p:nvSpPr>
        <p:spPr>
          <a:xfrm>
            <a:off x="6907500" y="3458675"/>
            <a:ext cx="2037600" cy="128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25" name="Google Shape;125;p23"/>
          <p:cNvSpPr txBox="1">
            <a:spLocks noGrp="1"/>
          </p:cNvSpPr>
          <p:nvPr>
            <p:ph type="body" idx="5"/>
          </p:nvPr>
        </p:nvSpPr>
        <p:spPr>
          <a:xfrm>
            <a:off x="2435375" y="3465529"/>
            <a:ext cx="2037600" cy="128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26" name="Google Shape;126;p23"/>
          <p:cNvSpPr>
            <a:spLocks noGrp="1"/>
          </p:cNvSpPr>
          <p:nvPr>
            <p:ph type="pic" idx="6"/>
          </p:nvPr>
        </p:nvSpPr>
        <p:spPr>
          <a:xfrm>
            <a:off x="2435425" y="198000"/>
            <a:ext cx="2037600" cy="3144900"/>
          </a:xfrm>
          <a:prstGeom prst="roundRect">
            <a:avLst>
              <a:gd name="adj" fmla="val 5271"/>
            </a:avLst>
          </a:prstGeom>
          <a:noFill/>
          <a:ln>
            <a:noFill/>
          </a:ln>
        </p:spPr>
      </p:sp>
      <p:sp>
        <p:nvSpPr>
          <p:cNvPr id="127" name="Google Shape;127;p23"/>
          <p:cNvSpPr>
            <a:spLocks noGrp="1"/>
          </p:cNvSpPr>
          <p:nvPr>
            <p:ph type="pic" idx="7"/>
          </p:nvPr>
        </p:nvSpPr>
        <p:spPr>
          <a:xfrm>
            <a:off x="4671463" y="198000"/>
            <a:ext cx="2037600" cy="3144900"/>
          </a:xfrm>
          <a:prstGeom prst="roundRect">
            <a:avLst>
              <a:gd name="adj" fmla="val 5271"/>
            </a:avLst>
          </a:prstGeom>
          <a:noFill/>
          <a:ln>
            <a:noFill/>
          </a:ln>
        </p:spPr>
      </p:sp>
      <p:sp>
        <p:nvSpPr>
          <p:cNvPr id="128" name="Google Shape;128;p23"/>
          <p:cNvSpPr>
            <a:spLocks noGrp="1"/>
          </p:cNvSpPr>
          <p:nvPr>
            <p:ph type="pic" idx="8"/>
          </p:nvPr>
        </p:nvSpPr>
        <p:spPr>
          <a:xfrm>
            <a:off x="6907500" y="198000"/>
            <a:ext cx="2037600" cy="3144900"/>
          </a:xfrm>
          <a:prstGeom prst="roundRect">
            <a:avLst>
              <a:gd name="adj" fmla="val 5271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G - Texte &amp; Image / Fond Clair 7">
  <p:cSld name="TITLE_AND_BODY_1_2"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0" name="Google Shape;130;p24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131" name="Google Shape;131;p24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2" name="Google Shape;132;p24"/>
          <p:cNvSpPr txBox="1">
            <a:spLocks noGrp="1"/>
          </p:cNvSpPr>
          <p:nvPr>
            <p:ph type="body" idx="2"/>
          </p:nvPr>
        </p:nvSpPr>
        <p:spPr>
          <a:xfrm>
            <a:off x="198000" y="968775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33" name="Google Shape;133;p24"/>
          <p:cNvSpPr txBox="1">
            <a:spLocks noGrp="1"/>
          </p:cNvSpPr>
          <p:nvPr>
            <p:ph type="sldNum" idx="12"/>
          </p:nvPr>
        </p:nvSpPr>
        <p:spPr>
          <a:xfrm>
            <a:off x="8398500" y="487470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134" name="Google Shape;134;p24"/>
          <p:cNvSpPr txBox="1">
            <a:spLocks noGrp="1"/>
          </p:cNvSpPr>
          <p:nvPr>
            <p:ph type="body" idx="3"/>
          </p:nvPr>
        </p:nvSpPr>
        <p:spPr>
          <a:xfrm>
            <a:off x="4671850" y="1839900"/>
            <a:ext cx="2037600" cy="4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35" name="Google Shape;135;p24"/>
          <p:cNvSpPr txBox="1">
            <a:spLocks noGrp="1"/>
          </p:cNvSpPr>
          <p:nvPr>
            <p:ph type="body" idx="4"/>
          </p:nvPr>
        </p:nvSpPr>
        <p:spPr>
          <a:xfrm>
            <a:off x="6907500" y="1839900"/>
            <a:ext cx="2037600" cy="4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36" name="Google Shape;136;p24"/>
          <p:cNvSpPr txBox="1">
            <a:spLocks noGrp="1"/>
          </p:cNvSpPr>
          <p:nvPr>
            <p:ph type="body" idx="5"/>
          </p:nvPr>
        </p:nvSpPr>
        <p:spPr>
          <a:xfrm>
            <a:off x="2435375" y="1842197"/>
            <a:ext cx="2037600" cy="4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37" name="Google Shape;137;p24"/>
          <p:cNvSpPr txBox="1">
            <a:spLocks noGrp="1"/>
          </p:cNvSpPr>
          <p:nvPr>
            <p:ph type="body" idx="6"/>
          </p:nvPr>
        </p:nvSpPr>
        <p:spPr>
          <a:xfrm>
            <a:off x="4672288" y="4279271"/>
            <a:ext cx="2037600" cy="42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38" name="Google Shape;138;p24"/>
          <p:cNvSpPr txBox="1">
            <a:spLocks noGrp="1"/>
          </p:cNvSpPr>
          <p:nvPr>
            <p:ph type="body" idx="7"/>
          </p:nvPr>
        </p:nvSpPr>
        <p:spPr>
          <a:xfrm>
            <a:off x="6907938" y="4279271"/>
            <a:ext cx="2037600" cy="42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39" name="Google Shape;139;p24"/>
          <p:cNvSpPr txBox="1">
            <a:spLocks noGrp="1"/>
          </p:cNvSpPr>
          <p:nvPr>
            <p:ph type="body" idx="8"/>
          </p:nvPr>
        </p:nvSpPr>
        <p:spPr>
          <a:xfrm>
            <a:off x="2435813" y="4282522"/>
            <a:ext cx="2037600" cy="42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40" name="Google Shape;140;p24"/>
          <p:cNvSpPr>
            <a:spLocks noGrp="1"/>
          </p:cNvSpPr>
          <p:nvPr>
            <p:ph type="pic" idx="9"/>
          </p:nvPr>
        </p:nvSpPr>
        <p:spPr>
          <a:xfrm>
            <a:off x="4671488" y="198000"/>
            <a:ext cx="2037600" cy="1584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41" name="Google Shape;141;p24"/>
          <p:cNvSpPr>
            <a:spLocks noGrp="1"/>
          </p:cNvSpPr>
          <p:nvPr>
            <p:ph type="pic" idx="13"/>
          </p:nvPr>
        </p:nvSpPr>
        <p:spPr>
          <a:xfrm>
            <a:off x="6907550" y="198000"/>
            <a:ext cx="2037600" cy="1584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42" name="Google Shape;142;p24"/>
          <p:cNvSpPr>
            <a:spLocks noGrp="1"/>
          </p:cNvSpPr>
          <p:nvPr>
            <p:ph type="pic" idx="14"/>
          </p:nvPr>
        </p:nvSpPr>
        <p:spPr>
          <a:xfrm>
            <a:off x="2435425" y="203055"/>
            <a:ext cx="2037600" cy="1584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43" name="Google Shape;143;p24"/>
          <p:cNvSpPr>
            <a:spLocks noGrp="1"/>
          </p:cNvSpPr>
          <p:nvPr>
            <p:ph type="pic" idx="15"/>
          </p:nvPr>
        </p:nvSpPr>
        <p:spPr>
          <a:xfrm>
            <a:off x="4672338" y="2571746"/>
            <a:ext cx="2037600" cy="15789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44" name="Google Shape;144;p24"/>
          <p:cNvSpPr>
            <a:spLocks noGrp="1"/>
          </p:cNvSpPr>
          <p:nvPr>
            <p:ph type="pic" idx="16"/>
          </p:nvPr>
        </p:nvSpPr>
        <p:spPr>
          <a:xfrm>
            <a:off x="6907988" y="2571746"/>
            <a:ext cx="2037600" cy="15789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45" name="Google Shape;145;p24"/>
          <p:cNvSpPr>
            <a:spLocks noGrp="1"/>
          </p:cNvSpPr>
          <p:nvPr>
            <p:ph type="pic" idx="17"/>
          </p:nvPr>
        </p:nvSpPr>
        <p:spPr>
          <a:xfrm>
            <a:off x="2435863" y="2576801"/>
            <a:ext cx="2037600" cy="15789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H - Texte &amp; Image / Fond Clair 8">
  <p:cSld name="TITLE_AND_BODY_1_1"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7" name="Google Shape;147;p25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148" name="Google Shape;148;p25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9" name="Google Shape;149;p25"/>
          <p:cNvSpPr txBox="1">
            <a:spLocks noGrp="1"/>
          </p:cNvSpPr>
          <p:nvPr>
            <p:ph type="body" idx="2"/>
          </p:nvPr>
        </p:nvSpPr>
        <p:spPr>
          <a:xfrm>
            <a:off x="197925" y="968775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50" name="Google Shape;150;p25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151" name="Google Shape;151;p25"/>
          <p:cNvSpPr txBox="1">
            <a:spLocks noGrp="1"/>
          </p:cNvSpPr>
          <p:nvPr>
            <p:ph type="body" idx="3"/>
          </p:nvPr>
        </p:nvSpPr>
        <p:spPr>
          <a:xfrm>
            <a:off x="3179875" y="3031342"/>
            <a:ext cx="1292100" cy="165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52" name="Google Shape;152;p25"/>
          <p:cNvSpPr txBox="1">
            <a:spLocks noGrp="1"/>
          </p:cNvSpPr>
          <p:nvPr>
            <p:ph type="body" idx="4"/>
          </p:nvPr>
        </p:nvSpPr>
        <p:spPr>
          <a:xfrm>
            <a:off x="4670950" y="3031342"/>
            <a:ext cx="1292100" cy="165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53" name="Google Shape;153;p25"/>
          <p:cNvSpPr txBox="1">
            <a:spLocks noGrp="1"/>
          </p:cNvSpPr>
          <p:nvPr>
            <p:ph type="body" idx="5"/>
          </p:nvPr>
        </p:nvSpPr>
        <p:spPr>
          <a:xfrm>
            <a:off x="7653000" y="3031342"/>
            <a:ext cx="1292100" cy="165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54" name="Google Shape;154;p25"/>
          <p:cNvSpPr txBox="1">
            <a:spLocks noGrp="1"/>
          </p:cNvSpPr>
          <p:nvPr>
            <p:ph type="body" idx="6"/>
          </p:nvPr>
        </p:nvSpPr>
        <p:spPr>
          <a:xfrm>
            <a:off x="6162000" y="3031325"/>
            <a:ext cx="1292100" cy="165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55" name="Google Shape;155;p25"/>
          <p:cNvSpPr>
            <a:spLocks noGrp="1"/>
          </p:cNvSpPr>
          <p:nvPr>
            <p:ph type="pic" idx="7"/>
          </p:nvPr>
        </p:nvSpPr>
        <p:spPr>
          <a:xfrm>
            <a:off x="3179925" y="198009"/>
            <a:ext cx="1292100" cy="2667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56" name="Google Shape;156;p25"/>
          <p:cNvSpPr>
            <a:spLocks noGrp="1"/>
          </p:cNvSpPr>
          <p:nvPr>
            <p:ph type="pic" idx="8"/>
          </p:nvPr>
        </p:nvSpPr>
        <p:spPr>
          <a:xfrm>
            <a:off x="4671000" y="198009"/>
            <a:ext cx="1292100" cy="2667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57" name="Google Shape;157;p25"/>
          <p:cNvSpPr>
            <a:spLocks noGrp="1"/>
          </p:cNvSpPr>
          <p:nvPr>
            <p:ph type="pic" idx="9"/>
          </p:nvPr>
        </p:nvSpPr>
        <p:spPr>
          <a:xfrm>
            <a:off x="7653050" y="198009"/>
            <a:ext cx="1292100" cy="2667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58" name="Google Shape;158;p25"/>
          <p:cNvSpPr>
            <a:spLocks noGrp="1"/>
          </p:cNvSpPr>
          <p:nvPr>
            <p:ph type="pic" idx="13"/>
          </p:nvPr>
        </p:nvSpPr>
        <p:spPr>
          <a:xfrm>
            <a:off x="6162050" y="197998"/>
            <a:ext cx="1292100" cy="2667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I - Texte &amp; Image / Fond Clair 9">
  <p:cSld name="TITLE_AND_BODY_1_1_1"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0" name="Google Shape;160;p26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26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2" name="Google Shape;162;p26"/>
          <p:cNvSpPr txBox="1">
            <a:spLocks noGrp="1"/>
          </p:cNvSpPr>
          <p:nvPr>
            <p:ph type="body" idx="2"/>
          </p:nvPr>
        </p:nvSpPr>
        <p:spPr>
          <a:xfrm>
            <a:off x="197925" y="968775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63" name="Google Shape;163;p26"/>
          <p:cNvSpPr txBox="1">
            <a:spLocks noGrp="1"/>
          </p:cNvSpPr>
          <p:nvPr>
            <p:ph type="body" idx="3"/>
          </p:nvPr>
        </p:nvSpPr>
        <p:spPr>
          <a:xfrm>
            <a:off x="3179875" y="1668454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64" name="Google Shape;164;p26"/>
          <p:cNvSpPr txBox="1">
            <a:spLocks noGrp="1"/>
          </p:cNvSpPr>
          <p:nvPr>
            <p:ph type="body" idx="4"/>
          </p:nvPr>
        </p:nvSpPr>
        <p:spPr>
          <a:xfrm>
            <a:off x="4670950" y="1668454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65" name="Google Shape;165;p26"/>
          <p:cNvSpPr txBox="1">
            <a:spLocks noGrp="1"/>
          </p:cNvSpPr>
          <p:nvPr>
            <p:ph type="body" idx="5"/>
          </p:nvPr>
        </p:nvSpPr>
        <p:spPr>
          <a:xfrm>
            <a:off x="6162000" y="1668445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66" name="Google Shape;166;p26"/>
          <p:cNvSpPr txBox="1">
            <a:spLocks noGrp="1"/>
          </p:cNvSpPr>
          <p:nvPr>
            <p:ph type="body" idx="6"/>
          </p:nvPr>
        </p:nvSpPr>
        <p:spPr>
          <a:xfrm>
            <a:off x="3179875" y="4035678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67" name="Google Shape;167;p26"/>
          <p:cNvSpPr txBox="1">
            <a:spLocks noGrp="1"/>
          </p:cNvSpPr>
          <p:nvPr>
            <p:ph type="body" idx="7"/>
          </p:nvPr>
        </p:nvSpPr>
        <p:spPr>
          <a:xfrm>
            <a:off x="4670950" y="4035678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68" name="Google Shape;168;p26"/>
          <p:cNvSpPr txBox="1">
            <a:spLocks noGrp="1"/>
          </p:cNvSpPr>
          <p:nvPr>
            <p:ph type="body" idx="8"/>
          </p:nvPr>
        </p:nvSpPr>
        <p:spPr>
          <a:xfrm>
            <a:off x="6162000" y="4035670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69" name="Google Shape;169;p26"/>
          <p:cNvSpPr txBox="1">
            <a:spLocks noGrp="1"/>
          </p:cNvSpPr>
          <p:nvPr>
            <p:ph type="body" idx="9"/>
          </p:nvPr>
        </p:nvSpPr>
        <p:spPr>
          <a:xfrm>
            <a:off x="7653000" y="1668453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70" name="Google Shape;170;p26"/>
          <p:cNvSpPr txBox="1">
            <a:spLocks noGrp="1"/>
          </p:cNvSpPr>
          <p:nvPr>
            <p:ph type="body" idx="13"/>
          </p:nvPr>
        </p:nvSpPr>
        <p:spPr>
          <a:xfrm>
            <a:off x="7653000" y="4035678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71" name="Google Shape;171;p26"/>
          <p:cNvSpPr txBox="1">
            <a:spLocks noGrp="1"/>
          </p:cNvSpPr>
          <p:nvPr>
            <p:ph type="sldNum" idx="12"/>
          </p:nvPr>
        </p:nvSpPr>
        <p:spPr>
          <a:xfrm>
            <a:off x="8398500" y="4766025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172" name="Google Shape;172;p26"/>
          <p:cNvSpPr>
            <a:spLocks noGrp="1"/>
          </p:cNvSpPr>
          <p:nvPr>
            <p:ph type="pic" idx="14"/>
          </p:nvPr>
        </p:nvSpPr>
        <p:spPr>
          <a:xfrm>
            <a:off x="3179925" y="204528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73" name="Google Shape;173;p26"/>
          <p:cNvSpPr>
            <a:spLocks noGrp="1"/>
          </p:cNvSpPr>
          <p:nvPr>
            <p:ph type="pic" idx="15"/>
          </p:nvPr>
        </p:nvSpPr>
        <p:spPr>
          <a:xfrm>
            <a:off x="4671000" y="204528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74" name="Google Shape;174;p26"/>
          <p:cNvSpPr>
            <a:spLocks noGrp="1"/>
          </p:cNvSpPr>
          <p:nvPr>
            <p:ph type="pic" idx="16"/>
          </p:nvPr>
        </p:nvSpPr>
        <p:spPr>
          <a:xfrm>
            <a:off x="6162050" y="204523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75" name="Google Shape;175;p26"/>
          <p:cNvSpPr>
            <a:spLocks noGrp="1"/>
          </p:cNvSpPr>
          <p:nvPr>
            <p:ph type="pic" idx="17"/>
          </p:nvPr>
        </p:nvSpPr>
        <p:spPr>
          <a:xfrm>
            <a:off x="3179925" y="2571753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76" name="Google Shape;176;p26"/>
          <p:cNvSpPr>
            <a:spLocks noGrp="1"/>
          </p:cNvSpPr>
          <p:nvPr>
            <p:ph type="pic" idx="18"/>
          </p:nvPr>
        </p:nvSpPr>
        <p:spPr>
          <a:xfrm>
            <a:off x="4671000" y="2571753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77" name="Google Shape;177;p26"/>
          <p:cNvSpPr>
            <a:spLocks noGrp="1"/>
          </p:cNvSpPr>
          <p:nvPr>
            <p:ph type="pic" idx="19"/>
          </p:nvPr>
        </p:nvSpPr>
        <p:spPr>
          <a:xfrm>
            <a:off x="6162050" y="2571748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78" name="Google Shape;178;p26"/>
          <p:cNvSpPr>
            <a:spLocks noGrp="1"/>
          </p:cNvSpPr>
          <p:nvPr>
            <p:ph type="pic" idx="20"/>
          </p:nvPr>
        </p:nvSpPr>
        <p:spPr>
          <a:xfrm>
            <a:off x="7653050" y="204528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79" name="Google Shape;179;p26"/>
          <p:cNvSpPr>
            <a:spLocks noGrp="1"/>
          </p:cNvSpPr>
          <p:nvPr>
            <p:ph type="pic" idx="21"/>
          </p:nvPr>
        </p:nvSpPr>
        <p:spPr>
          <a:xfrm>
            <a:off x="7653050" y="2571753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J - Texte &amp; Image / Fond Clair 10">
  <p:cSld name="TITLE_AND_BODY_1_1_1_1"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27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182" name="Google Shape;182;p27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183" name="Google Shape;183;p27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184" name="Google Shape;184;p27"/>
          <p:cNvSpPr txBox="1">
            <a:spLocks noGrp="1"/>
          </p:cNvSpPr>
          <p:nvPr>
            <p:ph type="body" idx="2"/>
          </p:nvPr>
        </p:nvSpPr>
        <p:spPr>
          <a:xfrm>
            <a:off x="197925" y="730775"/>
            <a:ext cx="4275000" cy="401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85" name="Google Shape;185;p27"/>
          <p:cNvSpPr>
            <a:spLocks noGrp="1"/>
          </p:cNvSpPr>
          <p:nvPr>
            <p:ph type="pic" idx="3"/>
          </p:nvPr>
        </p:nvSpPr>
        <p:spPr>
          <a:xfrm>
            <a:off x="4671000" y="730775"/>
            <a:ext cx="4275000" cy="40167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K - Texte / Fond Clair 11">
  <p:cSld name="TITLE_AND_BODY_1_1_1_1_1"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7" name="Google Shape;187;p28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188" name="Google Shape;188;p28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189" name="Google Shape;189;p28"/>
          <p:cNvSpPr txBox="1">
            <a:spLocks noGrp="1"/>
          </p:cNvSpPr>
          <p:nvPr>
            <p:ph type="body" idx="1"/>
          </p:nvPr>
        </p:nvSpPr>
        <p:spPr>
          <a:xfrm>
            <a:off x="197925" y="857250"/>
            <a:ext cx="2784000" cy="389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90" name="Google Shape;190;p28"/>
          <p:cNvSpPr txBox="1">
            <a:spLocks noGrp="1"/>
          </p:cNvSpPr>
          <p:nvPr>
            <p:ph type="body" idx="2"/>
          </p:nvPr>
        </p:nvSpPr>
        <p:spPr>
          <a:xfrm>
            <a:off x="3179963" y="857250"/>
            <a:ext cx="2784000" cy="389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91" name="Google Shape;191;p28"/>
          <p:cNvSpPr txBox="1">
            <a:spLocks noGrp="1"/>
          </p:cNvSpPr>
          <p:nvPr>
            <p:ph type="body" idx="3"/>
          </p:nvPr>
        </p:nvSpPr>
        <p:spPr>
          <a:xfrm>
            <a:off x="6162000" y="857250"/>
            <a:ext cx="2784000" cy="389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92" name="Google Shape;192;p28"/>
          <p:cNvSpPr txBox="1">
            <a:spLocks noGrp="1"/>
          </p:cNvSpPr>
          <p:nvPr>
            <p:ph type="subTitle" idx="4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L - Texte &amp; Image / Fond Clair 12">
  <p:cSld name="TITLE_AND_BODY_1_1_1_1_1_1"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4" name="Google Shape;194;p29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195" name="Google Shape;195;p29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196" name="Google Shape;196;p29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7" name="Google Shape;197;p29"/>
          <p:cNvSpPr txBox="1">
            <a:spLocks noGrp="1"/>
          </p:cNvSpPr>
          <p:nvPr>
            <p:ph type="body" idx="2"/>
          </p:nvPr>
        </p:nvSpPr>
        <p:spPr>
          <a:xfrm>
            <a:off x="197925" y="2571750"/>
            <a:ext cx="2038500" cy="184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98" name="Google Shape;198;p29"/>
          <p:cNvSpPr txBox="1">
            <a:spLocks noGrp="1"/>
          </p:cNvSpPr>
          <p:nvPr>
            <p:ph type="body" idx="3"/>
          </p:nvPr>
        </p:nvSpPr>
        <p:spPr>
          <a:xfrm>
            <a:off x="2434450" y="2571750"/>
            <a:ext cx="2038500" cy="184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99" name="Google Shape;199;p29"/>
          <p:cNvSpPr txBox="1">
            <a:spLocks noGrp="1"/>
          </p:cNvSpPr>
          <p:nvPr>
            <p:ph type="body" idx="4"/>
          </p:nvPr>
        </p:nvSpPr>
        <p:spPr>
          <a:xfrm>
            <a:off x="4670975" y="2571750"/>
            <a:ext cx="2038500" cy="184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00" name="Google Shape;200;p29"/>
          <p:cNvSpPr txBox="1">
            <a:spLocks noGrp="1"/>
          </p:cNvSpPr>
          <p:nvPr>
            <p:ph type="body" idx="5"/>
          </p:nvPr>
        </p:nvSpPr>
        <p:spPr>
          <a:xfrm>
            <a:off x="6907500" y="2571750"/>
            <a:ext cx="2038500" cy="184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01" name="Google Shape;201;p29"/>
          <p:cNvSpPr>
            <a:spLocks noGrp="1"/>
          </p:cNvSpPr>
          <p:nvPr>
            <p:ph type="pic" idx="6"/>
          </p:nvPr>
        </p:nvSpPr>
        <p:spPr>
          <a:xfrm>
            <a:off x="197925" y="700500"/>
            <a:ext cx="2038500" cy="16734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  <p:sp>
        <p:nvSpPr>
          <p:cNvPr id="202" name="Google Shape;202;p29"/>
          <p:cNvSpPr>
            <a:spLocks noGrp="1"/>
          </p:cNvSpPr>
          <p:nvPr>
            <p:ph type="pic" idx="7"/>
          </p:nvPr>
        </p:nvSpPr>
        <p:spPr>
          <a:xfrm>
            <a:off x="2434450" y="700500"/>
            <a:ext cx="2038500" cy="16734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  <p:sp>
        <p:nvSpPr>
          <p:cNvPr id="203" name="Google Shape;203;p29"/>
          <p:cNvSpPr>
            <a:spLocks noGrp="1"/>
          </p:cNvSpPr>
          <p:nvPr>
            <p:ph type="pic" idx="8"/>
          </p:nvPr>
        </p:nvSpPr>
        <p:spPr>
          <a:xfrm>
            <a:off x="4670975" y="700500"/>
            <a:ext cx="2038500" cy="16734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  <p:sp>
        <p:nvSpPr>
          <p:cNvPr id="204" name="Google Shape;204;p29"/>
          <p:cNvSpPr>
            <a:spLocks noGrp="1"/>
          </p:cNvSpPr>
          <p:nvPr>
            <p:ph type="pic" idx="9"/>
          </p:nvPr>
        </p:nvSpPr>
        <p:spPr>
          <a:xfrm>
            <a:off x="6907500" y="700500"/>
            <a:ext cx="2038500" cy="16734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N - Texte / Fond Clair 14">
  <p:cSld name="TITLE_AND_BODY_1_1_1_1_1_1_1_1"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2" name="Google Shape;212;p31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31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214" name="Google Shape;214;p31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5" name="Google Shape;215;p31"/>
          <p:cNvSpPr txBox="1">
            <a:spLocks noGrp="1"/>
          </p:cNvSpPr>
          <p:nvPr>
            <p:ph type="body" idx="2"/>
          </p:nvPr>
        </p:nvSpPr>
        <p:spPr>
          <a:xfrm>
            <a:off x="197925" y="670200"/>
            <a:ext cx="4275000" cy="170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16" name="Google Shape;216;p31"/>
          <p:cNvSpPr txBox="1">
            <a:spLocks noGrp="1"/>
          </p:cNvSpPr>
          <p:nvPr>
            <p:ph type="body" idx="3"/>
          </p:nvPr>
        </p:nvSpPr>
        <p:spPr>
          <a:xfrm>
            <a:off x="4671000" y="2571750"/>
            <a:ext cx="4275000" cy="170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17" name="Google Shape;217;p31"/>
          <p:cNvSpPr txBox="1">
            <a:spLocks noGrp="1"/>
          </p:cNvSpPr>
          <p:nvPr>
            <p:ph type="body" idx="4"/>
          </p:nvPr>
        </p:nvSpPr>
        <p:spPr>
          <a:xfrm>
            <a:off x="4671000" y="670200"/>
            <a:ext cx="4275000" cy="170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18" name="Google Shape;218;p31"/>
          <p:cNvSpPr txBox="1">
            <a:spLocks noGrp="1"/>
          </p:cNvSpPr>
          <p:nvPr>
            <p:ph type="body" idx="5"/>
          </p:nvPr>
        </p:nvSpPr>
        <p:spPr>
          <a:xfrm>
            <a:off x="197925" y="2571750"/>
            <a:ext cx="4275000" cy="170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O - Vide / Fond Clair">
  <p:cSld name="TITLE_AND_BODY_1_1_1_1_1_1_1_1_1"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0" name="Google Shape;220;p32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21" name="Google Shape;221;p32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F - Titre et Image / Fond Blanc">
  <p:cSld name="TITLE_AND_TWO_COLUMNS_4">
    <p:spTree>
      <p:nvGrpSpPr>
        <p:cNvPr id="1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3" name="Google Shape;223;p33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33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225" name="Google Shape;225;p33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30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6" name="Google Shape;226;p33"/>
          <p:cNvSpPr>
            <a:spLocks noGrp="1"/>
          </p:cNvSpPr>
          <p:nvPr>
            <p:ph type="pic" idx="2"/>
          </p:nvPr>
        </p:nvSpPr>
        <p:spPr>
          <a:xfrm>
            <a:off x="198000" y="600075"/>
            <a:ext cx="8748000" cy="4028700"/>
          </a:xfrm>
          <a:prstGeom prst="roundRect">
            <a:avLst>
              <a:gd name="adj" fmla="val 1913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A - Titre seul / Fond Navy">
  <p:cSld name="TITLE_AND_TWO_COLUMNS_3">
    <p:bg>
      <p:bgPr>
        <a:solidFill>
          <a:schemeClr val="dk2"/>
        </a:solidFill>
        <a:effectLst/>
      </p:bgPr>
    </p:bg>
    <p:spTree>
      <p:nvGrpSpPr>
        <p:cNvPr id="1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34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229" name="Google Shape;229;p34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230" name="Google Shape;230;p3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D - Titre et Image / Fond Navy">
  <p:cSld name="TITLE_AND_TWO_COLUMNS_3_1">
    <p:bg>
      <p:bgPr>
        <a:solidFill>
          <a:schemeClr val="dk2"/>
        </a:solidFill>
        <a:effectLst/>
      </p:bgPr>
    </p:bg>
    <p:spTree>
      <p:nvGrpSpPr>
        <p:cNvPr id="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5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233" name="Google Shape;233;p35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234" name="Google Shape;234;p3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35" name="Google Shape;235;p35"/>
          <p:cNvSpPr>
            <a:spLocks noGrp="1"/>
          </p:cNvSpPr>
          <p:nvPr>
            <p:ph type="pic" idx="2"/>
          </p:nvPr>
        </p:nvSpPr>
        <p:spPr>
          <a:xfrm>
            <a:off x="198000" y="600075"/>
            <a:ext cx="8748000" cy="4028700"/>
          </a:xfrm>
          <a:prstGeom prst="roundRect">
            <a:avLst>
              <a:gd name="adj" fmla="val 1913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B - Titre seul / Fond Grey">
  <p:cSld name="TITLE_AND_TWO_COLUMNS_2">
    <p:bg>
      <p:bgPr>
        <a:solidFill>
          <a:schemeClr val="accent1"/>
        </a:solidFill>
        <a:effectLst/>
      </p:bgPr>
    </p:bg>
    <p:spTree>
      <p:nvGrpSpPr>
        <p:cNvPr id="1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7" name="Google Shape;237;p36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Google Shape;238;p36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239" name="Google Shape;239;p36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C - Titre Seul / Fond Blanc">
  <p:cSld name="TITLE_AND_TWO_COLUMNS_2_2">
    <p:bg>
      <p:bgPr>
        <a:solidFill>
          <a:schemeClr val="lt1"/>
        </a:solidFill>
        <a:effectLst/>
      </p:bgPr>
    </p:bg>
    <p:spTree>
      <p:nvGrpSpPr>
        <p:cNvPr id="1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1" name="Google Shape;241;p37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42" name="Google Shape;242;p37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243" name="Google Shape;243;p37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30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Font typeface="Inter"/>
              <a:buNone/>
              <a:defRPr sz="1800">
                <a:latin typeface="Inter"/>
                <a:ea typeface="Inter"/>
                <a:cs typeface="Inter"/>
                <a:sym typeface="Inter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Font typeface="Inter"/>
              <a:buNone/>
              <a:defRPr sz="1800">
                <a:latin typeface="Inter"/>
                <a:ea typeface="Inter"/>
                <a:cs typeface="Inter"/>
                <a:sym typeface="Inter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Font typeface="Inter"/>
              <a:buNone/>
              <a:defRPr sz="1800">
                <a:latin typeface="Inter"/>
                <a:ea typeface="Inter"/>
                <a:cs typeface="Inter"/>
                <a:sym typeface="Inter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Font typeface="Inter"/>
              <a:buNone/>
              <a:defRPr sz="1800">
                <a:latin typeface="Inter"/>
                <a:ea typeface="Inter"/>
                <a:cs typeface="Inter"/>
                <a:sym typeface="Inter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Font typeface="Inter"/>
              <a:buNone/>
              <a:defRPr sz="1800">
                <a:latin typeface="Inter"/>
                <a:ea typeface="Inter"/>
                <a:cs typeface="Inter"/>
                <a:sym typeface="Inter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Font typeface="Inter"/>
              <a:buNone/>
              <a:defRPr sz="1800">
                <a:latin typeface="Inter"/>
                <a:ea typeface="Inter"/>
                <a:cs typeface="Inter"/>
                <a:sym typeface="Inter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Font typeface="Inter"/>
              <a:buNone/>
              <a:defRPr sz="1800">
                <a:latin typeface="Inter"/>
                <a:ea typeface="Inter"/>
                <a:cs typeface="Inter"/>
                <a:sym typeface="Inter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Font typeface="Inter"/>
              <a:buNone/>
              <a:defRPr sz="18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E - Titre et Image / Fond Grey">
  <p:cSld name="TITLE_AND_TWO_COLUMNS_2_1">
    <p:bg>
      <p:bgPr>
        <a:solidFill>
          <a:schemeClr val="accent1"/>
        </a:solidFill>
        <a:effectLst/>
      </p:bgPr>
    </p:bg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5" name="Google Shape;245;p38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46" name="Google Shape;246;p38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247" name="Google Shape;247;p38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8" name="Google Shape;248;p38"/>
          <p:cNvSpPr>
            <a:spLocks noGrp="1"/>
          </p:cNvSpPr>
          <p:nvPr>
            <p:ph type="pic" idx="2"/>
          </p:nvPr>
        </p:nvSpPr>
        <p:spPr>
          <a:xfrm>
            <a:off x="198000" y="600075"/>
            <a:ext cx="8748000" cy="4028700"/>
          </a:xfrm>
          <a:prstGeom prst="roundRect">
            <a:avLst>
              <a:gd name="adj" fmla="val 1913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A - Texte &amp; Image / Fond Grey 1">
  <p:cSld name="TITLE_AND_TWO_COLUMNS_1">
    <p:bg>
      <p:bgPr>
        <a:solidFill>
          <a:schemeClr val="accent1"/>
        </a:solidFill>
        <a:effectLst/>
      </p:bgPr>
    </p:bg>
    <p:spTree>
      <p:nvGrpSpPr>
        <p:cNvPr id="1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0" name="Google Shape;250;p39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51" name="Google Shape;251;p39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252" name="Google Shape;252;p39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3" name="Google Shape;253;p39"/>
          <p:cNvSpPr txBox="1">
            <a:spLocks noGrp="1"/>
          </p:cNvSpPr>
          <p:nvPr>
            <p:ph type="body" idx="2"/>
          </p:nvPr>
        </p:nvSpPr>
        <p:spPr>
          <a:xfrm>
            <a:off x="198000" y="878400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54" name="Google Shape;254;p39"/>
          <p:cNvSpPr>
            <a:spLocks noGrp="1"/>
          </p:cNvSpPr>
          <p:nvPr>
            <p:ph type="pic" idx="3"/>
          </p:nvPr>
        </p:nvSpPr>
        <p:spPr>
          <a:xfrm>
            <a:off x="3180000" y="198000"/>
            <a:ext cx="5766000" cy="45495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B - Texte &amp; Image / Fond Grey 2">
  <p:cSld name="TITLE_AND_TWO_COLUMNS_1_4">
    <p:bg>
      <p:bgPr>
        <a:solidFill>
          <a:schemeClr val="accent1"/>
        </a:solidFill>
        <a:effectLst/>
      </p:bgPr>
    </p:bg>
    <p:spTree>
      <p:nvGrpSpPr>
        <p:cNvPr id="1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6" name="Google Shape;256;p40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57" name="Google Shape;257;p40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258" name="Google Shape;258;p40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9" name="Google Shape;259;p40"/>
          <p:cNvSpPr txBox="1">
            <a:spLocks noGrp="1"/>
          </p:cNvSpPr>
          <p:nvPr>
            <p:ph type="body" idx="2"/>
          </p:nvPr>
        </p:nvSpPr>
        <p:spPr>
          <a:xfrm>
            <a:off x="198000" y="878400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60" name="Google Shape;260;p40"/>
          <p:cNvSpPr>
            <a:spLocks noGrp="1"/>
          </p:cNvSpPr>
          <p:nvPr>
            <p:ph type="pic" idx="3"/>
          </p:nvPr>
        </p:nvSpPr>
        <p:spPr>
          <a:xfrm>
            <a:off x="3180000" y="198000"/>
            <a:ext cx="5766000" cy="21756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  <p:sp>
        <p:nvSpPr>
          <p:cNvPr id="261" name="Google Shape;261;p40"/>
          <p:cNvSpPr txBox="1">
            <a:spLocks noGrp="1"/>
          </p:cNvSpPr>
          <p:nvPr>
            <p:ph type="body" idx="4"/>
          </p:nvPr>
        </p:nvSpPr>
        <p:spPr>
          <a:xfrm>
            <a:off x="3180000" y="2571900"/>
            <a:ext cx="2784000" cy="21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62" name="Google Shape;262;p40"/>
          <p:cNvSpPr txBox="1">
            <a:spLocks noGrp="1"/>
          </p:cNvSpPr>
          <p:nvPr>
            <p:ph type="body" idx="5"/>
          </p:nvPr>
        </p:nvSpPr>
        <p:spPr>
          <a:xfrm>
            <a:off x="6162000" y="2571900"/>
            <a:ext cx="2784000" cy="21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C - Texte &amp; Image / Fond Grey 3">
  <p:cSld name="TITLE_AND_TWO_COLUMNS_1_4_2">
    <p:bg>
      <p:bgPr>
        <a:solidFill>
          <a:schemeClr val="accent1"/>
        </a:solidFill>
        <a:effectLst/>
      </p:bgPr>
    </p:bg>
    <p:spTree>
      <p:nvGrpSpPr>
        <p:cNvPr id="1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4" name="Google Shape;264;p41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65" name="Google Shape;265;p41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266" name="Google Shape;266;p41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30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267" name="Google Shape;267;p41" title="Laptop Mockup.png"/>
          <p:cNvPicPr preferRelativeResize="0"/>
          <p:nvPr/>
        </p:nvPicPr>
        <p:blipFill rotWithShape="1">
          <a:blip r:embed="rId3">
            <a:alphaModFix/>
          </a:blip>
          <a:srcRect b="8139"/>
          <a:stretch/>
        </p:blipFill>
        <p:spPr>
          <a:xfrm>
            <a:off x="1208600" y="928126"/>
            <a:ext cx="6726799" cy="4215375"/>
          </a:xfrm>
          <a:prstGeom prst="rect">
            <a:avLst/>
          </a:prstGeom>
          <a:noFill/>
          <a:ln>
            <a:noFill/>
          </a:ln>
        </p:spPr>
      </p:pic>
      <p:sp>
        <p:nvSpPr>
          <p:cNvPr id="268" name="Google Shape;268;p41"/>
          <p:cNvSpPr/>
          <p:nvPr/>
        </p:nvSpPr>
        <p:spPr>
          <a:xfrm>
            <a:off x="1830500" y="1111250"/>
            <a:ext cx="5412300" cy="35217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9" name="Google Shape;269;p41"/>
          <p:cNvSpPr>
            <a:spLocks noGrp="1"/>
          </p:cNvSpPr>
          <p:nvPr>
            <p:ph type="pic" idx="2"/>
          </p:nvPr>
        </p:nvSpPr>
        <p:spPr>
          <a:xfrm>
            <a:off x="1821475" y="1101825"/>
            <a:ext cx="5404500" cy="3531000"/>
          </a:xfrm>
          <a:prstGeom prst="roundRect">
            <a:avLst>
              <a:gd name="adj" fmla="val 1781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D - Texte &amp; Image / Fond Grey 4">
  <p:cSld name="TITLE_AND_TWO_COLUMNS_1_4_1">
    <p:bg>
      <p:bgPr>
        <a:solidFill>
          <a:schemeClr val="accent1"/>
        </a:solidFill>
        <a:effectLst/>
      </p:bgPr>
    </p:bg>
    <p:spTree>
      <p:nvGrpSpPr>
        <p:cNvPr id="1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1" name="Google Shape;271;p42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72" name="Google Shape;272;p42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273" name="Google Shape;273;p42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4" name="Google Shape;274;p42"/>
          <p:cNvSpPr txBox="1">
            <a:spLocks noGrp="1"/>
          </p:cNvSpPr>
          <p:nvPr>
            <p:ph type="body" idx="2"/>
          </p:nvPr>
        </p:nvSpPr>
        <p:spPr>
          <a:xfrm>
            <a:off x="198000" y="878400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75" name="Google Shape;275;p42"/>
          <p:cNvSpPr>
            <a:spLocks noGrp="1"/>
          </p:cNvSpPr>
          <p:nvPr>
            <p:ph type="pic" idx="3"/>
          </p:nvPr>
        </p:nvSpPr>
        <p:spPr>
          <a:xfrm>
            <a:off x="3180000" y="198000"/>
            <a:ext cx="2784000" cy="21756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  <p:sp>
        <p:nvSpPr>
          <p:cNvPr id="276" name="Google Shape;276;p42"/>
          <p:cNvSpPr txBox="1">
            <a:spLocks noGrp="1"/>
          </p:cNvSpPr>
          <p:nvPr>
            <p:ph type="body" idx="4"/>
          </p:nvPr>
        </p:nvSpPr>
        <p:spPr>
          <a:xfrm>
            <a:off x="3180000" y="2571900"/>
            <a:ext cx="5766000" cy="21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77" name="Google Shape;277;p42"/>
          <p:cNvSpPr>
            <a:spLocks noGrp="1"/>
          </p:cNvSpPr>
          <p:nvPr>
            <p:ph type="pic" idx="5"/>
          </p:nvPr>
        </p:nvSpPr>
        <p:spPr>
          <a:xfrm>
            <a:off x="6162000" y="198000"/>
            <a:ext cx="2784000" cy="21756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E - Texte &amp; Image / Fond Grey 5">
  <p:cSld name="TITLE_AND_TWO_COLUMNS_1_4_1_1">
    <p:bg>
      <p:bgPr>
        <a:solidFill>
          <a:schemeClr val="accent1"/>
        </a:solidFill>
        <a:effectLst/>
      </p:bgPr>
    </p:bg>
    <p:spTree>
      <p:nvGrpSpPr>
        <p:cNvPr id="1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9" name="Google Shape;279;p43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80" name="Google Shape;280;p43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281" name="Google Shape;281;p43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2" name="Google Shape;282;p43"/>
          <p:cNvSpPr txBox="1">
            <a:spLocks noGrp="1"/>
          </p:cNvSpPr>
          <p:nvPr>
            <p:ph type="body" idx="2"/>
          </p:nvPr>
        </p:nvSpPr>
        <p:spPr>
          <a:xfrm>
            <a:off x="198000" y="878400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83" name="Google Shape;283;p43"/>
          <p:cNvSpPr txBox="1">
            <a:spLocks noGrp="1"/>
          </p:cNvSpPr>
          <p:nvPr>
            <p:ph type="body" idx="3"/>
          </p:nvPr>
        </p:nvSpPr>
        <p:spPr>
          <a:xfrm>
            <a:off x="4671000" y="198000"/>
            <a:ext cx="4275000" cy="138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84" name="Google Shape;284;p43"/>
          <p:cNvSpPr txBox="1">
            <a:spLocks noGrp="1"/>
          </p:cNvSpPr>
          <p:nvPr>
            <p:ph type="body" idx="4"/>
          </p:nvPr>
        </p:nvSpPr>
        <p:spPr>
          <a:xfrm>
            <a:off x="3180000" y="1780500"/>
            <a:ext cx="4275000" cy="138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85" name="Google Shape;285;p43"/>
          <p:cNvSpPr txBox="1">
            <a:spLocks noGrp="1"/>
          </p:cNvSpPr>
          <p:nvPr>
            <p:ph type="body" idx="5"/>
          </p:nvPr>
        </p:nvSpPr>
        <p:spPr>
          <a:xfrm>
            <a:off x="4671000" y="3363000"/>
            <a:ext cx="4275000" cy="138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86" name="Google Shape;286;p43"/>
          <p:cNvSpPr>
            <a:spLocks noGrp="1"/>
          </p:cNvSpPr>
          <p:nvPr>
            <p:ph type="pic" idx="6"/>
          </p:nvPr>
        </p:nvSpPr>
        <p:spPr>
          <a:xfrm>
            <a:off x="3180000" y="3362975"/>
            <a:ext cx="1293300" cy="1384500"/>
          </a:xfrm>
          <a:prstGeom prst="roundRect">
            <a:avLst>
              <a:gd name="adj" fmla="val 8277"/>
            </a:avLst>
          </a:prstGeom>
          <a:noFill/>
          <a:ln>
            <a:noFill/>
          </a:ln>
        </p:spPr>
      </p:sp>
      <p:sp>
        <p:nvSpPr>
          <p:cNvPr id="287" name="Google Shape;287;p43"/>
          <p:cNvSpPr>
            <a:spLocks noGrp="1"/>
          </p:cNvSpPr>
          <p:nvPr>
            <p:ph type="pic" idx="7"/>
          </p:nvPr>
        </p:nvSpPr>
        <p:spPr>
          <a:xfrm>
            <a:off x="7653000" y="1780500"/>
            <a:ext cx="1293300" cy="1384500"/>
          </a:xfrm>
          <a:prstGeom prst="roundRect">
            <a:avLst>
              <a:gd name="adj" fmla="val 8277"/>
            </a:avLst>
          </a:prstGeom>
          <a:noFill/>
          <a:ln>
            <a:noFill/>
          </a:ln>
        </p:spPr>
      </p:sp>
      <p:sp>
        <p:nvSpPr>
          <p:cNvPr id="288" name="Google Shape;288;p43"/>
          <p:cNvSpPr>
            <a:spLocks noGrp="1"/>
          </p:cNvSpPr>
          <p:nvPr>
            <p:ph type="pic" idx="8"/>
          </p:nvPr>
        </p:nvSpPr>
        <p:spPr>
          <a:xfrm>
            <a:off x="3180000" y="198025"/>
            <a:ext cx="1293300" cy="1384500"/>
          </a:xfrm>
          <a:prstGeom prst="roundRect">
            <a:avLst>
              <a:gd name="adj" fmla="val 8277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F - Texte &amp; Image / Fond Grey 6">
  <p:cSld name="TITLE_AND_TWO_COLUMNS_1_4_1_1_1">
    <p:bg>
      <p:bgPr>
        <a:solidFill>
          <a:schemeClr val="accent1"/>
        </a:solidFill>
        <a:effectLst/>
      </p:bgPr>
    </p:bg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0" name="Google Shape;290;p44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91" name="Google Shape;291;p44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292" name="Google Shape;292;p44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3" name="Google Shape;293;p44"/>
          <p:cNvSpPr txBox="1">
            <a:spLocks noGrp="1"/>
          </p:cNvSpPr>
          <p:nvPr>
            <p:ph type="body" idx="2"/>
          </p:nvPr>
        </p:nvSpPr>
        <p:spPr>
          <a:xfrm>
            <a:off x="198000" y="968775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94" name="Google Shape;294;p44"/>
          <p:cNvSpPr txBox="1">
            <a:spLocks noGrp="1"/>
          </p:cNvSpPr>
          <p:nvPr>
            <p:ph type="body" idx="3"/>
          </p:nvPr>
        </p:nvSpPr>
        <p:spPr>
          <a:xfrm>
            <a:off x="4671850" y="3458675"/>
            <a:ext cx="2037600" cy="128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95" name="Google Shape;295;p44"/>
          <p:cNvSpPr txBox="1">
            <a:spLocks noGrp="1"/>
          </p:cNvSpPr>
          <p:nvPr>
            <p:ph type="body" idx="4"/>
          </p:nvPr>
        </p:nvSpPr>
        <p:spPr>
          <a:xfrm>
            <a:off x="6907500" y="3458675"/>
            <a:ext cx="2037600" cy="128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96" name="Google Shape;296;p44"/>
          <p:cNvSpPr txBox="1">
            <a:spLocks noGrp="1"/>
          </p:cNvSpPr>
          <p:nvPr>
            <p:ph type="body" idx="5"/>
          </p:nvPr>
        </p:nvSpPr>
        <p:spPr>
          <a:xfrm>
            <a:off x="2435375" y="3465529"/>
            <a:ext cx="2037600" cy="128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97" name="Google Shape;297;p44"/>
          <p:cNvSpPr>
            <a:spLocks noGrp="1"/>
          </p:cNvSpPr>
          <p:nvPr>
            <p:ph type="pic" idx="6"/>
          </p:nvPr>
        </p:nvSpPr>
        <p:spPr>
          <a:xfrm>
            <a:off x="2435425" y="198000"/>
            <a:ext cx="2037600" cy="3144900"/>
          </a:xfrm>
          <a:prstGeom prst="roundRect">
            <a:avLst>
              <a:gd name="adj" fmla="val 5271"/>
            </a:avLst>
          </a:prstGeom>
          <a:noFill/>
          <a:ln>
            <a:noFill/>
          </a:ln>
        </p:spPr>
      </p:sp>
      <p:sp>
        <p:nvSpPr>
          <p:cNvPr id="298" name="Google Shape;298;p44"/>
          <p:cNvSpPr>
            <a:spLocks noGrp="1"/>
          </p:cNvSpPr>
          <p:nvPr>
            <p:ph type="pic" idx="7"/>
          </p:nvPr>
        </p:nvSpPr>
        <p:spPr>
          <a:xfrm>
            <a:off x="4671463" y="198000"/>
            <a:ext cx="2037600" cy="3144900"/>
          </a:xfrm>
          <a:prstGeom prst="roundRect">
            <a:avLst>
              <a:gd name="adj" fmla="val 5271"/>
            </a:avLst>
          </a:prstGeom>
          <a:noFill/>
          <a:ln>
            <a:noFill/>
          </a:ln>
        </p:spPr>
      </p:sp>
      <p:sp>
        <p:nvSpPr>
          <p:cNvPr id="299" name="Google Shape;299;p44"/>
          <p:cNvSpPr>
            <a:spLocks noGrp="1"/>
          </p:cNvSpPr>
          <p:nvPr>
            <p:ph type="pic" idx="8"/>
          </p:nvPr>
        </p:nvSpPr>
        <p:spPr>
          <a:xfrm>
            <a:off x="6907500" y="198000"/>
            <a:ext cx="2037600" cy="3144900"/>
          </a:xfrm>
          <a:prstGeom prst="roundRect">
            <a:avLst>
              <a:gd name="adj" fmla="val 5271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G - Texte &amp; Image / Fond Grey 7">
  <p:cSld name="TITLE_AND_TWO_COLUMNS_1_4_1_1_1_1">
    <p:bg>
      <p:bgPr>
        <a:solidFill>
          <a:schemeClr val="accent1"/>
        </a:solidFill>
        <a:effectLst/>
      </p:bgPr>
    </p:bg>
    <p:spTree>
      <p:nvGrpSpPr>
        <p:cNvPr id="1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1" name="Google Shape;301;p45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302" name="Google Shape;302;p45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303" name="Google Shape;303;p45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4" name="Google Shape;304;p45"/>
          <p:cNvSpPr txBox="1">
            <a:spLocks noGrp="1"/>
          </p:cNvSpPr>
          <p:nvPr>
            <p:ph type="body" idx="2"/>
          </p:nvPr>
        </p:nvSpPr>
        <p:spPr>
          <a:xfrm>
            <a:off x="198000" y="968775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05" name="Google Shape;305;p45"/>
          <p:cNvSpPr txBox="1">
            <a:spLocks noGrp="1"/>
          </p:cNvSpPr>
          <p:nvPr>
            <p:ph type="body" idx="3"/>
          </p:nvPr>
        </p:nvSpPr>
        <p:spPr>
          <a:xfrm>
            <a:off x="4671850" y="1839900"/>
            <a:ext cx="2037600" cy="4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06" name="Google Shape;306;p45"/>
          <p:cNvSpPr txBox="1">
            <a:spLocks noGrp="1"/>
          </p:cNvSpPr>
          <p:nvPr>
            <p:ph type="body" idx="4"/>
          </p:nvPr>
        </p:nvSpPr>
        <p:spPr>
          <a:xfrm>
            <a:off x="6907500" y="1839900"/>
            <a:ext cx="2037600" cy="4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07" name="Google Shape;307;p45"/>
          <p:cNvSpPr txBox="1">
            <a:spLocks noGrp="1"/>
          </p:cNvSpPr>
          <p:nvPr>
            <p:ph type="body" idx="5"/>
          </p:nvPr>
        </p:nvSpPr>
        <p:spPr>
          <a:xfrm>
            <a:off x="2435375" y="1842197"/>
            <a:ext cx="2037600" cy="4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08" name="Google Shape;308;p45"/>
          <p:cNvSpPr txBox="1">
            <a:spLocks noGrp="1"/>
          </p:cNvSpPr>
          <p:nvPr>
            <p:ph type="body" idx="6"/>
          </p:nvPr>
        </p:nvSpPr>
        <p:spPr>
          <a:xfrm>
            <a:off x="4672288" y="4279271"/>
            <a:ext cx="2037600" cy="42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09" name="Google Shape;309;p45"/>
          <p:cNvSpPr txBox="1">
            <a:spLocks noGrp="1"/>
          </p:cNvSpPr>
          <p:nvPr>
            <p:ph type="body" idx="7"/>
          </p:nvPr>
        </p:nvSpPr>
        <p:spPr>
          <a:xfrm>
            <a:off x="6907938" y="4279271"/>
            <a:ext cx="2037600" cy="42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10" name="Google Shape;310;p45"/>
          <p:cNvSpPr txBox="1">
            <a:spLocks noGrp="1"/>
          </p:cNvSpPr>
          <p:nvPr>
            <p:ph type="body" idx="8"/>
          </p:nvPr>
        </p:nvSpPr>
        <p:spPr>
          <a:xfrm>
            <a:off x="2435813" y="4282522"/>
            <a:ext cx="2037600" cy="42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11" name="Google Shape;311;p45"/>
          <p:cNvSpPr>
            <a:spLocks noGrp="1"/>
          </p:cNvSpPr>
          <p:nvPr>
            <p:ph type="pic" idx="9"/>
          </p:nvPr>
        </p:nvSpPr>
        <p:spPr>
          <a:xfrm>
            <a:off x="4671488" y="198000"/>
            <a:ext cx="2037600" cy="1584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12" name="Google Shape;312;p45"/>
          <p:cNvSpPr>
            <a:spLocks noGrp="1"/>
          </p:cNvSpPr>
          <p:nvPr>
            <p:ph type="pic" idx="13"/>
          </p:nvPr>
        </p:nvSpPr>
        <p:spPr>
          <a:xfrm>
            <a:off x="6907550" y="198000"/>
            <a:ext cx="2037600" cy="1584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13" name="Google Shape;313;p45"/>
          <p:cNvSpPr>
            <a:spLocks noGrp="1"/>
          </p:cNvSpPr>
          <p:nvPr>
            <p:ph type="pic" idx="14"/>
          </p:nvPr>
        </p:nvSpPr>
        <p:spPr>
          <a:xfrm>
            <a:off x="2435425" y="203055"/>
            <a:ext cx="2037600" cy="1584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14" name="Google Shape;314;p45"/>
          <p:cNvSpPr>
            <a:spLocks noGrp="1"/>
          </p:cNvSpPr>
          <p:nvPr>
            <p:ph type="pic" idx="15"/>
          </p:nvPr>
        </p:nvSpPr>
        <p:spPr>
          <a:xfrm>
            <a:off x="4672338" y="2571746"/>
            <a:ext cx="2037600" cy="15789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15" name="Google Shape;315;p45"/>
          <p:cNvSpPr>
            <a:spLocks noGrp="1"/>
          </p:cNvSpPr>
          <p:nvPr>
            <p:ph type="pic" idx="16"/>
          </p:nvPr>
        </p:nvSpPr>
        <p:spPr>
          <a:xfrm>
            <a:off x="6907988" y="2571746"/>
            <a:ext cx="2037600" cy="15789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16" name="Google Shape;316;p45"/>
          <p:cNvSpPr>
            <a:spLocks noGrp="1"/>
          </p:cNvSpPr>
          <p:nvPr>
            <p:ph type="pic" idx="17"/>
          </p:nvPr>
        </p:nvSpPr>
        <p:spPr>
          <a:xfrm>
            <a:off x="2435863" y="2576801"/>
            <a:ext cx="2037600" cy="15789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H - Texte &amp; Image / Fond Grey 8">
  <p:cSld name="TITLE_AND_TWO_COLUMNS_1_4_1_1_1_1_1">
    <p:bg>
      <p:bgPr>
        <a:solidFill>
          <a:schemeClr val="accent1"/>
        </a:solidFill>
        <a:effectLst/>
      </p:bgPr>
    </p:bg>
    <p:spTree>
      <p:nvGrpSpPr>
        <p:cNvPr id="1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8" name="Google Shape;318;p46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319" name="Google Shape;319;p46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320" name="Google Shape;320;p46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1" name="Google Shape;321;p46"/>
          <p:cNvSpPr txBox="1">
            <a:spLocks noGrp="1"/>
          </p:cNvSpPr>
          <p:nvPr>
            <p:ph type="body" idx="2"/>
          </p:nvPr>
        </p:nvSpPr>
        <p:spPr>
          <a:xfrm>
            <a:off x="197925" y="968775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22" name="Google Shape;322;p46"/>
          <p:cNvSpPr txBox="1">
            <a:spLocks noGrp="1"/>
          </p:cNvSpPr>
          <p:nvPr>
            <p:ph type="body" idx="3"/>
          </p:nvPr>
        </p:nvSpPr>
        <p:spPr>
          <a:xfrm>
            <a:off x="3179875" y="3031342"/>
            <a:ext cx="1292100" cy="165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23" name="Google Shape;323;p46"/>
          <p:cNvSpPr txBox="1">
            <a:spLocks noGrp="1"/>
          </p:cNvSpPr>
          <p:nvPr>
            <p:ph type="body" idx="4"/>
          </p:nvPr>
        </p:nvSpPr>
        <p:spPr>
          <a:xfrm>
            <a:off x="4670950" y="3031342"/>
            <a:ext cx="1292100" cy="165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24" name="Google Shape;324;p46"/>
          <p:cNvSpPr txBox="1">
            <a:spLocks noGrp="1"/>
          </p:cNvSpPr>
          <p:nvPr>
            <p:ph type="body" idx="5"/>
          </p:nvPr>
        </p:nvSpPr>
        <p:spPr>
          <a:xfrm>
            <a:off x="7653000" y="3031342"/>
            <a:ext cx="1292100" cy="165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25" name="Google Shape;325;p46"/>
          <p:cNvSpPr txBox="1">
            <a:spLocks noGrp="1"/>
          </p:cNvSpPr>
          <p:nvPr>
            <p:ph type="body" idx="6"/>
          </p:nvPr>
        </p:nvSpPr>
        <p:spPr>
          <a:xfrm>
            <a:off x="6162000" y="3031325"/>
            <a:ext cx="1292100" cy="165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26" name="Google Shape;326;p46"/>
          <p:cNvSpPr>
            <a:spLocks noGrp="1"/>
          </p:cNvSpPr>
          <p:nvPr>
            <p:ph type="pic" idx="7"/>
          </p:nvPr>
        </p:nvSpPr>
        <p:spPr>
          <a:xfrm>
            <a:off x="3179925" y="198009"/>
            <a:ext cx="1292100" cy="2667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27" name="Google Shape;327;p46"/>
          <p:cNvSpPr>
            <a:spLocks noGrp="1"/>
          </p:cNvSpPr>
          <p:nvPr>
            <p:ph type="pic" idx="8"/>
          </p:nvPr>
        </p:nvSpPr>
        <p:spPr>
          <a:xfrm>
            <a:off x="4671000" y="198009"/>
            <a:ext cx="1292100" cy="2667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28" name="Google Shape;328;p46"/>
          <p:cNvSpPr>
            <a:spLocks noGrp="1"/>
          </p:cNvSpPr>
          <p:nvPr>
            <p:ph type="pic" idx="9"/>
          </p:nvPr>
        </p:nvSpPr>
        <p:spPr>
          <a:xfrm>
            <a:off x="7653050" y="198009"/>
            <a:ext cx="1292100" cy="2667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29" name="Google Shape;329;p46"/>
          <p:cNvSpPr>
            <a:spLocks noGrp="1"/>
          </p:cNvSpPr>
          <p:nvPr>
            <p:ph type="pic" idx="13"/>
          </p:nvPr>
        </p:nvSpPr>
        <p:spPr>
          <a:xfrm>
            <a:off x="6162050" y="197998"/>
            <a:ext cx="1292100" cy="2667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I - Texte &amp; Image / Fond Grey 9">
  <p:cSld name="TITLE_AND_TWO_COLUMNS_1_4_1_1_1_1_1_1">
    <p:bg>
      <p:bgPr>
        <a:solidFill>
          <a:schemeClr val="accent1"/>
        </a:solidFill>
        <a:effectLst/>
      </p:bgPr>
    </p:bg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1" name="Google Shape;331;p47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332" name="Google Shape;332;p47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333" name="Google Shape;333;p47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4" name="Google Shape;334;p47"/>
          <p:cNvSpPr txBox="1">
            <a:spLocks noGrp="1"/>
          </p:cNvSpPr>
          <p:nvPr>
            <p:ph type="body" idx="2"/>
          </p:nvPr>
        </p:nvSpPr>
        <p:spPr>
          <a:xfrm>
            <a:off x="197925" y="968775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35" name="Google Shape;335;p47"/>
          <p:cNvSpPr txBox="1">
            <a:spLocks noGrp="1"/>
          </p:cNvSpPr>
          <p:nvPr>
            <p:ph type="body" idx="3"/>
          </p:nvPr>
        </p:nvSpPr>
        <p:spPr>
          <a:xfrm>
            <a:off x="3179875" y="1668454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36" name="Google Shape;336;p47"/>
          <p:cNvSpPr txBox="1">
            <a:spLocks noGrp="1"/>
          </p:cNvSpPr>
          <p:nvPr>
            <p:ph type="body" idx="4"/>
          </p:nvPr>
        </p:nvSpPr>
        <p:spPr>
          <a:xfrm>
            <a:off x="4670950" y="1668454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37" name="Google Shape;337;p47"/>
          <p:cNvSpPr txBox="1">
            <a:spLocks noGrp="1"/>
          </p:cNvSpPr>
          <p:nvPr>
            <p:ph type="body" idx="5"/>
          </p:nvPr>
        </p:nvSpPr>
        <p:spPr>
          <a:xfrm>
            <a:off x="6162000" y="1668445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38" name="Google Shape;338;p47"/>
          <p:cNvSpPr txBox="1">
            <a:spLocks noGrp="1"/>
          </p:cNvSpPr>
          <p:nvPr>
            <p:ph type="body" idx="6"/>
          </p:nvPr>
        </p:nvSpPr>
        <p:spPr>
          <a:xfrm>
            <a:off x="3179875" y="4035678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39" name="Google Shape;339;p47"/>
          <p:cNvSpPr txBox="1">
            <a:spLocks noGrp="1"/>
          </p:cNvSpPr>
          <p:nvPr>
            <p:ph type="body" idx="7"/>
          </p:nvPr>
        </p:nvSpPr>
        <p:spPr>
          <a:xfrm>
            <a:off x="4670950" y="4035678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40" name="Google Shape;340;p47"/>
          <p:cNvSpPr txBox="1">
            <a:spLocks noGrp="1"/>
          </p:cNvSpPr>
          <p:nvPr>
            <p:ph type="body" idx="8"/>
          </p:nvPr>
        </p:nvSpPr>
        <p:spPr>
          <a:xfrm>
            <a:off x="6162000" y="4035670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41" name="Google Shape;341;p47"/>
          <p:cNvSpPr txBox="1">
            <a:spLocks noGrp="1"/>
          </p:cNvSpPr>
          <p:nvPr>
            <p:ph type="body" idx="9"/>
          </p:nvPr>
        </p:nvSpPr>
        <p:spPr>
          <a:xfrm>
            <a:off x="7653000" y="1668453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42" name="Google Shape;342;p47"/>
          <p:cNvSpPr txBox="1">
            <a:spLocks noGrp="1"/>
          </p:cNvSpPr>
          <p:nvPr>
            <p:ph type="body" idx="13"/>
          </p:nvPr>
        </p:nvSpPr>
        <p:spPr>
          <a:xfrm>
            <a:off x="7653000" y="4035678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43" name="Google Shape;343;p47"/>
          <p:cNvSpPr>
            <a:spLocks noGrp="1"/>
          </p:cNvSpPr>
          <p:nvPr>
            <p:ph type="pic" idx="14"/>
          </p:nvPr>
        </p:nvSpPr>
        <p:spPr>
          <a:xfrm>
            <a:off x="3179925" y="204528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44" name="Google Shape;344;p47"/>
          <p:cNvSpPr>
            <a:spLocks noGrp="1"/>
          </p:cNvSpPr>
          <p:nvPr>
            <p:ph type="pic" idx="15"/>
          </p:nvPr>
        </p:nvSpPr>
        <p:spPr>
          <a:xfrm>
            <a:off x="4671000" y="204528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45" name="Google Shape;345;p47"/>
          <p:cNvSpPr>
            <a:spLocks noGrp="1"/>
          </p:cNvSpPr>
          <p:nvPr>
            <p:ph type="pic" idx="16"/>
          </p:nvPr>
        </p:nvSpPr>
        <p:spPr>
          <a:xfrm>
            <a:off x="6162050" y="204523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46" name="Google Shape;346;p47"/>
          <p:cNvSpPr>
            <a:spLocks noGrp="1"/>
          </p:cNvSpPr>
          <p:nvPr>
            <p:ph type="pic" idx="17"/>
          </p:nvPr>
        </p:nvSpPr>
        <p:spPr>
          <a:xfrm>
            <a:off x="3179925" y="2571753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47" name="Google Shape;347;p47"/>
          <p:cNvSpPr>
            <a:spLocks noGrp="1"/>
          </p:cNvSpPr>
          <p:nvPr>
            <p:ph type="pic" idx="18"/>
          </p:nvPr>
        </p:nvSpPr>
        <p:spPr>
          <a:xfrm>
            <a:off x="4671000" y="2571753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48" name="Google Shape;348;p47"/>
          <p:cNvSpPr>
            <a:spLocks noGrp="1"/>
          </p:cNvSpPr>
          <p:nvPr>
            <p:ph type="pic" idx="19"/>
          </p:nvPr>
        </p:nvSpPr>
        <p:spPr>
          <a:xfrm>
            <a:off x="6162050" y="2571748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49" name="Google Shape;349;p47"/>
          <p:cNvSpPr>
            <a:spLocks noGrp="1"/>
          </p:cNvSpPr>
          <p:nvPr>
            <p:ph type="pic" idx="20"/>
          </p:nvPr>
        </p:nvSpPr>
        <p:spPr>
          <a:xfrm>
            <a:off x="7653050" y="204528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50" name="Google Shape;350;p47"/>
          <p:cNvSpPr>
            <a:spLocks noGrp="1"/>
          </p:cNvSpPr>
          <p:nvPr>
            <p:ph type="pic" idx="21"/>
          </p:nvPr>
        </p:nvSpPr>
        <p:spPr>
          <a:xfrm>
            <a:off x="7653050" y="2571753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J - Texte &amp; Image / Fond Grey 10">
  <p:cSld name="TITLE_AND_TWO_COLUMNS_1_3">
    <p:bg>
      <p:bgPr>
        <a:solidFill>
          <a:schemeClr val="accent1"/>
        </a:solidFill>
        <a:effectLst/>
      </p:bgPr>
    </p:bg>
    <p:spTree>
      <p:nvGrpSpPr>
        <p:cNvPr id="1" name="Shape 3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Google Shape;352;p48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353" name="Google Shape;353;p48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354" name="Google Shape;354;p48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355" name="Google Shape;355;p48"/>
          <p:cNvSpPr txBox="1">
            <a:spLocks noGrp="1"/>
          </p:cNvSpPr>
          <p:nvPr>
            <p:ph type="body" idx="2"/>
          </p:nvPr>
        </p:nvSpPr>
        <p:spPr>
          <a:xfrm>
            <a:off x="197925" y="730775"/>
            <a:ext cx="4275000" cy="401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56" name="Google Shape;356;p48"/>
          <p:cNvSpPr>
            <a:spLocks noGrp="1"/>
          </p:cNvSpPr>
          <p:nvPr>
            <p:ph type="pic" idx="3"/>
          </p:nvPr>
        </p:nvSpPr>
        <p:spPr>
          <a:xfrm>
            <a:off x="4671000" y="730775"/>
            <a:ext cx="4275000" cy="40167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K - Texte / Fond Grey 11">
  <p:cSld name="TITLE_AND_TWO_COLUMNS_1_2">
    <p:bg>
      <p:bgPr>
        <a:solidFill>
          <a:schemeClr val="accent1"/>
        </a:solidFill>
        <a:effectLst/>
      </p:bgPr>
    </p:bg>
    <p:spTree>
      <p:nvGrpSpPr>
        <p:cNvPr id="1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49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359" name="Google Shape;359;p49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360" name="Google Shape;360;p49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361" name="Google Shape;361;p49"/>
          <p:cNvSpPr txBox="1">
            <a:spLocks noGrp="1"/>
          </p:cNvSpPr>
          <p:nvPr>
            <p:ph type="body" idx="2"/>
          </p:nvPr>
        </p:nvSpPr>
        <p:spPr>
          <a:xfrm>
            <a:off x="197925" y="857250"/>
            <a:ext cx="2784000" cy="389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62" name="Google Shape;362;p49"/>
          <p:cNvSpPr txBox="1">
            <a:spLocks noGrp="1"/>
          </p:cNvSpPr>
          <p:nvPr>
            <p:ph type="body" idx="3"/>
          </p:nvPr>
        </p:nvSpPr>
        <p:spPr>
          <a:xfrm>
            <a:off x="3179963" y="857250"/>
            <a:ext cx="2784000" cy="389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63" name="Google Shape;363;p49"/>
          <p:cNvSpPr txBox="1">
            <a:spLocks noGrp="1"/>
          </p:cNvSpPr>
          <p:nvPr>
            <p:ph type="body" idx="4"/>
          </p:nvPr>
        </p:nvSpPr>
        <p:spPr>
          <a:xfrm>
            <a:off x="6162000" y="857250"/>
            <a:ext cx="2784000" cy="389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L - Texte &amp; Image / Fond Grey 12">
  <p:cSld name="TITLE_AND_TWO_COLUMNS_1_2_1">
    <p:bg>
      <p:bgPr>
        <a:solidFill>
          <a:schemeClr val="accent1"/>
        </a:solidFill>
        <a:effectLst/>
      </p:bgPr>
    </p:bg>
    <p:spTree>
      <p:nvGrpSpPr>
        <p:cNvPr id="1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p50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366" name="Google Shape;366;p50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367" name="Google Shape;367;p50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368" name="Google Shape;368;p50"/>
          <p:cNvSpPr txBox="1">
            <a:spLocks noGrp="1"/>
          </p:cNvSpPr>
          <p:nvPr>
            <p:ph type="body" idx="2"/>
          </p:nvPr>
        </p:nvSpPr>
        <p:spPr>
          <a:xfrm>
            <a:off x="197925" y="2571750"/>
            <a:ext cx="2038500" cy="184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69" name="Google Shape;369;p50"/>
          <p:cNvSpPr txBox="1">
            <a:spLocks noGrp="1"/>
          </p:cNvSpPr>
          <p:nvPr>
            <p:ph type="body" idx="3"/>
          </p:nvPr>
        </p:nvSpPr>
        <p:spPr>
          <a:xfrm>
            <a:off x="2434450" y="2571750"/>
            <a:ext cx="2038500" cy="184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70" name="Google Shape;370;p50"/>
          <p:cNvSpPr txBox="1">
            <a:spLocks noGrp="1"/>
          </p:cNvSpPr>
          <p:nvPr>
            <p:ph type="body" idx="4"/>
          </p:nvPr>
        </p:nvSpPr>
        <p:spPr>
          <a:xfrm>
            <a:off x="4670975" y="2571750"/>
            <a:ext cx="2038500" cy="184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71" name="Google Shape;371;p50"/>
          <p:cNvSpPr txBox="1">
            <a:spLocks noGrp="1"/>
          </p:cNvSpPr>
          <p:nvPr>
            <p:ph type="body" idx="5"/>
          </p:nvPr>
        </p:nvSpPr>
        <p:spPr>
          <a:xfrm>
            <a:off x="6907500" y="2571750"/>
            <a:ext cx="2038500" cy="184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72" name="Google Shape;372;p50"/>
          <p:cNvSpPr>
            <a:spLocks noGrp="1"/>
          </p:cNvSpPr>
          <p:nvPr>
            <p:ph type="pic" idx="6"/>
          </p:nvPr>
        </p:nvSpPr>
        <p:spPr>
          <a:xfrm>
            <a:off x="197925" y="700500"/>
            <a:ext cx="2038500" cy="16734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  <p:sp>
        <p:nvSpPr>
          <p:cNvPr id="373" name="Google Shape;373;p50"/>
          <p:cNvSpPr>
            <a:spLocks noGrp="1"/>
          </p:cNvSpPr>
          <p:nvPr>
            <p:ph type="pic" idx="7"/>
          </p:nvPr>
        </p:nvSpPr>
        <p:spPr>
          <a:xfrm>
            <a:off x="2434450" y="700500"/>
            <a:ext cx="2038500" cy="16734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  <p:sp>
        <p:nvSpPr>
          <p:cNvPr id="374" name="Google Shape;374;p50"/>
          <p:cNvSpPr>
            <a:spLocks noGrp="1"/>
          </p:cNvSpPr>
          <p:nvPr>
            <p:ph type="pic" idx="8"/>
          </p:nvPr>
        </p:nvSpPr>
        <p:spPr>
          <a:xfrm>
            <a:off x="4670975" y="700500"/>
            <a:ext cx="2038500" cy="16734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  <p:sp>
        <p:nvSpPr>
          <p:cNvPr id="375" name="Google Shape;375;p50"/>
          <p:cNvSpPr>
            <a:spLocks noGrp="1"/>
          </p:cNvSpPr>
          <p:nvPr>
            <p:ph type="pic" idx="9"/>
          </p:nvPr>
        </p:nvSpPr>
        <p:spPr>
          <a:xfrm>
            <a:off x="6907500" y="700500"/>
            <a:ext cx="2038500" cy="16734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M - Texte &amp; Image / Fond Grey 13">
  <p:cSld name="TITLE_AND_TWO_COLUMNS_1_2_1_1">
    <p:bg>
      <p:bgPr>
        <a:solidFill>
          <a:schemeClr val="accent1"/>
        </a:solidFill>
        <a:effectLst/>
      </p:bgPr>
    </p:bg>
    <p:spTree>
      <p:nvGrpSpPr>
        <p:cNvPr id="1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51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378" name="Google Shape;378;p51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379" name="Google Shape;379;p51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380" name="Google Shape;380;p51"/>
          <p:cNvSpPr txBox="1">
            <a:spLocks noGrp="1"/>
          </p:cNvSpPr>
          <p:nvPr>
            <p:ph type="body" idx="2"/>
          </p:nvPr>
        </p:nvSpPr>
        <p:spPr>
          <a:xfrm>
            <a:off x="943350" y="2571750"/>
            <a:ext cx="7257300" cy="184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81" name="Google Shape;381;p51"/>
          <p:cNvSpPr>
            <a:spLocks noGrp="1"/>
          </p:cNvSpPr>
          <p:nvPr>
            <p:ph type="pic" idx="3"/>
          </p:nvPr>
        </p:nvSpPr>
        <p:spPr>
          <a:xfrm>
            <a:off x="943350" y="700500"/>
            <a:ext cx="7257300" cy="16734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N - Texte / Fond Grey 14">
  <p:cSld name="TITLE_AND_TWO_COLUMNS_1_1">
    <p:bg>
      <p:bgPr>
        <a:solidFill>
          <a:schemeClr val="accent1"/>
        </a:solidFill>
        <a:effectLst/>
      </p:bgPr>
    </p:bg>
    <p:spTree>
      <p:nvGrpSpPr>
        <p:cNvPr id="1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p52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384" name="Google Shape;384;p52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385" name="Google Shape;385;p52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386" name="Google Shape;386;p52"/>
          <p:cNvSpPr txBox="1">
            <a:spLocks noGrp="1"/>
          </p:cNvSpPr>
          <p:nvPr>
            <p:ph type="body" idx="2"/>
          </p:nvPr>
        </p:nvSpPr>
        <p:spPr>
          <a:xfrm>
            <a:off x="197925" y="670200"/>
            <a:ext cx="4275000" cy="170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87" name="Google Shape;387;p52"/>
          <p:cNvSpPr txBox="1">
            <a:spLocks noGrp="1"/>
          </p:cNvSpPr>
          <p:nvPr>
            <p:ph type="body" idx="3"/>
          </p:nvPr>
        </p:nvSpPr>
        <p:spPr>
          <a:xfrm>
            <a:off x="4671000" y="2571750"/>
            <a:ext cx="4275000" cy="170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88" name="Google Shape;388;p52"/>
          <p:cNvSpPr txBox="1">
            <a:spLocks noGrp="1"/>
          </p:cNvSpPr>
          <p:nvPr>
            <p:ph type="body" idx="4"/>
          </p:nvPr>
        </p:nvSpPr>
        <p:spPr>
          <a:xfrm>
            <a:off x="4671000" y="670200"/>
            <a:ext cx="4275000" cy="170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89" name="Google Shape;389;p52"/>
          <p:cNvSpPr txBox="1">
            <a:spLocks noGrp="1"/>
          </p:cNvSpPr>
          <p:nvPr>
            <p:ph type="body" idx="5"/>
          </p:nvPr>
        </p:nvSpPr>
        <p:spPr>
          <a:xfrm>
            <a:off x="197925" y="2571750"/>
            <a:ext cx="4275000" cy="170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O - Vide / Fond Grey 15">
  <p:cSld name="TITLE_AND_TWO_COLUMNS_1_1_1">
    <p:bg>
      <p:bgPr>
        <a:solidFill>
          <a:schemeClr val="accent1"/>
        </a:solidFill>
        <a:effectLst/>
      </p:bgPr>
    </p:bg>
    <p:spTree>
      <p:nvGrpSpPr>
        <p:cNvPr id="1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1" name="Google Shape;391;p53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A - Transition avec Photo">
  <p:cSld name="CUSTOM_1_2">
    <p:bg>
      <p:bgPr>
        <a:solidFill>
          <a:schemeClr val="dk2"/>
        </a:solidFill>
        <a:effectLst/>
      </p:bgPr>
    </p:bg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5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pic>
        <p:nvPicPr>
          <p:cNvPr id="394" name="Google Shape;394;p54"/>
          <p:cNvPicPr preferRelativeResize="0"/>
          <p:nvPr/>
        </p:nvPicPr>
        <p:blipFill rotWithShape="1">
          <a:blip r:embed="rId2">
            <a:alphaModFix/>
          </a:blip>
          <a:srcRect l="24199" r="9303" b="4215"/>
          <a:stretch/>
        </p:blipFill>
        <p:spPr>
          <a:xfrm>
            <a:off x="4179650" y="187275"/>
            <a:ext cx="4758300" cy="4568400"/>
          </a:xfrm>
          <a:prstGeom prst="roundRect">
            <a:avLst>
              <a:gd name="adj" fmla="val 2605"/>
            </a:avLst>
          </a:prstGeom>
          <a:noFill/>
          <a:ln>
            <a:noFill/>
          </a:ln>
        </p:spPr>
      </p:pic>
      <p:sp>
        <p:nvSpPr>
          <p:cNvPr id="395" name="Google Shape;395;p54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35295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○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■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○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■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○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■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pic>
        <p:nvPicPr>
          <p:cNvPr id="396" name="Google Shape;396;p5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C - Transition avec Photo &amp; Forme">
  <p:cSld name="CUSTOM_1_2_1">
    <p:bg>
      <p:bgPr>
        <a:solidFill>
          <a:schemeClr val="dk2"/>
        </a:solidFill>
        <a:effectLst/>
      </p:bgPr>
    </p:bg>
    <p:spTree>
      <p:nvGrpSpPr>
        <p:cNvPr id="1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5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pic>
        <p:nvPicPr>
          <p:cNvPr id="399" name="Google Shape;399;p55"/>
          <p:cNvPicPr preferRelativeResize="0"/>
          <p:nvPr/>
        </p:nvPicPr>
        <p:blipFill rotWithShape="1">
          <a:blip r:embed="rId2">
            <a:alphaModFix/>
          </a:blip>
          <a:srcRect l="24199" r="9303" b="4215"/>
          <a:stretch/>
        </p:blipFill>
        <p:spPr>
          <a:xfrm>
            <a:off x="4179650" y="187275"/>
            <a:ext cx="4758300" cy="4568400"/>
          </a:xfrm>
          <a:prstGeom prst="roundRect">
            <a:avLst>
              <a:gd name="adj" fmla="val 2605"/>
            </a:avLst>
          </a:prstGeom>
          <a:noFill/>
          <a:ln>
            <a:noFill/>
          </a:ln>
        </p:spPr>
      </p:pic>
      <p:pic>
        <p:nvPicPr>
          <p:cNvPr id="400" name="Google Shape;400;p5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10800000">
            <a:off x="4860175" y="329425"/>
            <a:ext cx="8490126" cy="4201250"/>
          </a:xfrm>
          <a:prstGeom prst="rect">
            <a:avLst/>
          </a:prstGeom>
          <a:noFill/>
          <a:ln>
            <a:noFill/>
          </a:ln>
        </p:spPr>
      </p:pic>
      <p:sp>
        <p:nvSpPr>
          <p:cNvPr id="401" name="Google Shape;401;p55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35295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○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■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○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■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○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■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pic>
        <p:nvPicPr>
          <p:cNvPr id="402" name="Google Shape;402;p5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A - Transition / Data &amp; IA">
  <p:cSld name="CUSTOM">
    <p:bg>
      <p:bgPr>
        <a:solidFill>
          <a:schemeClr val="accent3"/>
        </a:solidFill>
        <a:effectLst/>
      </p:bgPr>
    </p:bg>
    <p:spTree>
      <p:nvGrpSpPr>
        <p:cNvPr id="1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p57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8748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10" name="Google Shape;410;p57"/>
          <p:cNvSpPr txBox="1">
            <a:spLocks noGrp="1"/>
          </p:cNvSpPr>
          <p:nvPr>
            <p:ph type="title" idx="2"/>
          </p:nvPr>
        </p:nvSpPr>
        <p:spPr>
          <a:xfrm>
            <a:off x="198000" y="2105175"/>
            <a:ext cx="8748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pic>
        <p:nvPicPr>
          <p:cNvPr id="411" name="Google Shape;411;p57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pic>
        <p:nvPicPr>
          <p:cNvPr id="412" name="Google Shape;412;p57" title="Fichier 1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70987" y="3322434"/>
            <a:ext cx="4778949" cy="234180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B - Transition &amp; Image / Data &amp; IA">
  <p:cSld name="CUSTOM_3">
    <p:bg>
      <p:bgPr>
        <a:solidFill>
          <a:schemeClr val="accent3"/>
        </a:solidFill>
        <a:effectLst/>
      </p:bgPr>
    </p:bg>
    <p:spTree>
      <p:nvGrpSpPr>
        <p:cNvPr id="1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p58"/>
          <p:cNvSpPr>
            <a:spLocks noGrp="1"/>
          </p:cNvSpPr>
          <p:nvPr>
            <p:ph type="pic" idx="2"/>
          </p:nvPr>
        </p:nvSpPr>
        <p:spPr>
          <a:xfrm>
            <a:off x="5218500" y="0"/>
            <a:ext cx="39255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415" name="Google Shape;415;p58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4473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16" name="Google Shape;416;p58"/>
          <p:cNvSpPr txBox="1">
            <a:spLocks noGrp="1"/>
          </p:cNvSpPr>
          <p:nvPr>
            <p:ph type="title" idx="3"/>
          </p:nvPr>
        </p:nvSpPr>
        <p:spPr>
          <a:xfrm>
            <a:off x="198000" y="2105175"/>
            <a:ext cx="4473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pic>
        <p:nvPicPr>
          <p:cNvPr id="417" name="Google Shape;417;p58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pic>
        <p:nvPicPr>
          <p:cNvPr id="418" name="Google Shape;418;p58" title="Fichier 21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1262115" y="3219518"/>
            <a:ext cx="4625650" cy="2273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C - Transition &amp; Texte / Data &amp; IA">
  <p:cSld name="CUSTOM_3_1">
    <p:bg>
      <p:bgPr>
        <a:solidFill>
          <a:schemeClr val="lt1"/>
        </a:solidFill>
        <a:effectLst/>
      </p:bgPr>
    </p:bg>
    <p:spTree>
      <p:nvGrpSpPr>
        <p:cNvPr id="1" name="Shape 4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Google Shape;420;p59"/>
          <p:cNvSpPr/>
          <p:nvPr/>
        </p:nvSpPr>
        <p:spPr>
          <a:xfrm>
            <a:off x="-57225" y="-86025"/>
            <a:ext cx="5275800" cy="53157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1" name="Google Shape;421;p59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4473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22" name="Google Shape;422;p59"/>
          <p:cNvSpPr txBox="1">
            <a:spLocks noGrp="1"/>
          </p:cNvSpPr>
          <p:nvPr>
            <p:ph type="title" idx="2"/>
          </p:nvPr>
        </p:nvSpPr>
        <p:spPr>
          <a:xfrm>
            <a:off x="198000" y="2105175"/>
            <a:ext cx="4473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23" name="Google Shape;423;p59"/>
          <p:cNvSpPr txBox="1">
            <a:spLocks noGrp="1"/>
          </p:cNvSpPr>
          <p:nvPr>
            <p:ph type="title" idx="3"/>
          </p:nvPr>
        </p:nvSpPr>
        <p:spPr>
          <a:xfrm>
            <a:off x="5416500" y="198100"/>
            <a:ext cx="35295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1200"/>
              <a:buFont typeface="Inter Medium"/>
              <a:buChar char="●"/>
              <a:defRPr sz="1200">
                <a:solidFill>
                  <a:srgbClr val="1A1A33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pic>
        <p:nvPicPr>
          <p:cNvPr id="424" name="Google Shape;424;p59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pic>
        <p:nvPicPr>
          <p:cNvPr id="425" name="Google Shape;425;p59" title="Fichier 20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-5400000">
            <a:off x="-1702026" y="4617290"/>
            <a:ext cx="5951726" cy="2942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D - Transition / Digital">
  <p:cSld name="CUSTOM_5">
    <p:bg>
      <p:bgPr>
        <a:solidFill>
          <a:schemeClr val="accent4"/>
        </a:solidFill>
        <a:effectLst/>
      </p:bgPr>
    </p:bg>
    <p:spTree>
      <p:nvGrpSpPr>
        <p:cNvPr id="1" name="Shape 4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7" name="Google Shape;427;p6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428" name="Google Shape;428;p60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8748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29" name="Google Shape;429;p60"/>
          <p:cNvSpPr txBox="1">
            <a:spLocks noGrp="1"/>
          </p:cNvSpPr>
          <p:nvPr>
            <p:ph type="title" idx="2"/>
          </p:nvPr>
        </p:nvSpPr>
        <p:spPr>
          <a:xfrm>
            <a:off x="198000" y="2105175"/>
            <a:ext cx="8748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Work Sans Medium"/>
              <a:buChar char="●"/>
              <a:defRPr sz="21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pic>
        <p:nvPicPr>
          <p:cNvPr id="430" name="Google Shape;430;p60" title="Fichier 1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71000" y="3322429"/>
            <a:ext cx="4778949" cy="23375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E - Transition &amp; Image / Digital">
  <p:cSld name="CUSTOM_3_2">
    <p:bg>
      <p:bgPr>
        <a:solidFill>
          <a:schemeClr val="accent4"/>
        </a:solidFill>
        <a:effectLst/>
      </p:bgPr>
    </p:bg>
    <p:spTree>
      <p:nvGrpSpPr>
        <p:cNvPr id="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2" name="Google Shape;432;p6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433" name="Google Shape;433;p61"/>
          <p:cNvSpPr>
            <a:spLocks noGrp="1"/>
          </p:cNvSpPr>
          <p:nvPr>
            <p:ph type="pic" idx="2"/>
          </p:nvPr>
        </p:nvSpPr>
        <p:spPr>
          <a:xfrm>
            <a:off x="5218500" y="0"/>
            <a:ext cx="39255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434" name="Google Shape;434;p61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4473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35" name="Google Shape;435;p61"/>
          <p:cNvSpPr txBox="1">
            <a:spLocks noGrp="1"/>
          </p:cNvSpPr>
          <p:nvPr>
            <p:ph type="title" idx="3"/>
          </p:nvPr>
        </p:nvSpPr>
        <p:spPr>
          <a:xfrm>
            <a:off x="198000" y="2105175"/>
            <a:ext cx="4473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Work Sans Medium"/>
              <a:buChar char="●"/>
              <a:defRPr sz="21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pic>
        <p:nvPicPr>
          <p:cNvPr id="436" name="Google Shape;436;p61" title="Fichier 21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1262125" y="3223499"/>
            <a:ext cx="4625651" cy="22693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F - Transition &amp; Texte / Digital">
  <p:cSld name="CUSTOM_3_1_1">
    <p:bg>
      <p:bgPr>
        <a:solidFill>
          <a:schemeClr val="lt1"/>
        </a:solidFill>
        <a:effectLst/>
      </p:bgPr>
    </p:bg>
    <p:spTree>
      <p:nvGrpSpPr>
        <p:cNvPr id="1" name="Shape 4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" name="Google Shape;438;p62"/>
          <p:cNvSpPr/>
          <p:nvPr/>
        </p:nvSpPr>
        <p:spPr>
          <a:xfrm>
            <a:off x="-64600" y="-56475"/>
            <a:ext cx="5283000" cy="52566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439" name="Google Shape;439;p6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440" name="Google Shape;440;p62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4473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41" name="Google Shape;441;p62"/>
          <p:cNvSpPr txBox="1">
            <a:spLocks noGrp="1"/>
          </p:cNvSpPr>
          <p:nvPr>
            <p:ph type="title" idx="2"/>
          </p:nvPr>
        </p:nvSpPr>
        <p:spPr>
          <a:xfrm>
            <a:off x="198000" y="2105175"/>
            <a:ext cx="4473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Work Sans Medium"/>
              <a:buChar char="●"/>
              <a:defRPr sz="21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42" name="Google Shape;442;p62"/>
          <p:cNvSpPr txBox="1">
            <a:spLocks noGrp="1"/>
          </p:cNvSpPr>
          <p:nvPr>
            <p:ph type="title" idx="3"/>
          </p:nvPr>
        </p:nvSpPr>
        <p:spPr>
          <a:xfrm>
            <a:off x="5416500" y="198100"/>
            <a:ext cx="35295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1200"/>
              <a:buFont typeface="Inter Medium"/>
              <a:buChar char="●"/>
              <a:defRPr sz="1200">
                <a:solidFill>
                  <a:srgbClr val="1A1A33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pic>
        <p:nvPicPr>
          <p:cNvPr id="443" name="Google Shape;443;p62" title="Fichier 20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-5400000">
            <a:off x="-1715650" y="4618471"/>
            <a:ext cx="5970801" cy="2946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G - Transition / Soft Dev">
  <p:cSld name="CUSTOM_5_1">
    <p:bg>
      <p:bgPr>
        <a:solidFill>
          <a:schemeClr val="accent2"/>
        </a:solidFill>
        <a:effectLst/>
      </p:bgPr>
    </p:bg>
    <p:spTree>
      <p:nvGrpSpPr>
        <p:cNvPr id="1" name="Shape 4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" name="Google Shape;445;p63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8748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46" name="Google Shape;446;p63"/>
          <p:cNvSpPr txBox="1">
            <a:spLocks noGrp="1"/>
          </p:cNvSpPr>
          <p:nvPr>
            <p:ph type="title" idx="2"/>
          </p:nvPr>
        </p:nvSpPr>
        <p:spPr>
          <a:xfrm>
            <a:off x="198000" y="2105175"/>
            <a:ext cx="8748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pic>
        <p:nvPicPr>
          <p:cNvPr id="447" name="Google Shape;447;p63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pic>
        <p:nvPicPr>
          <p:cNvPr id="448" name="Google Shape;448;p63" title="Fichier 1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70987" y="3322434"/>
            <a:ext cx="4778949" cy="234180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H - Transition &amp; Image / Soft Dev">
  <p:cSld name="CUSTOM_3_2_1">
    <p:bg>
      <p:bgPr>
        <a:solidFill>
          <a:schemeClr val="accent2"/>
        </a:solidFill>
        <a:effectLst/>
      </p:bgPr>
    </p:bg>
    <p:spTree>
      <p:nvGrpSpPr>
        <p:cNvPr id="1" name="Shape 4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" name="Google Shape;450;p64"/>
          <p:cNvSpPr>
            <a:spLocks noGrp="1"/>
          </p:cNvSpPr>
          <p:nvPr>
            <p:ph type="pic" idx="2"/>
          </p:nvPr>
        </p:nvSpPr>
        <p:spPr>
          <a:xfrm>
            <a:off x="5218500" y="0"/>
            <a:ext cx="39255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451" name="Google Shape;451;p64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4473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52" name="Google Shape;452;p64"/>
          <p:cNvSpPr txBox="1">
            <a:spLocks noGrp="1"/>
          </p:cNvSpPr>
          <p:nvPr>
            <p:ph type="title" idx="3"/>
          </p:nvPr>
        </p:nvSpPr>
        <p:spPr>
          <a:xfrm>
            <a:off x="198000" y="2105175"/>
            <a:ext cx="4473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pic>
        <p:nvPicPr>
          <p:cNvPr id="453" name="Google Shape;453;p64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pic>
        <p:nvPicPr>
          <p:cNvPr id="454" name="Google Shape;454;p64" title="Fichier 21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1262115" y="3219518"/>
            <a:ext cx="4625650" cy="2273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I - Transition &amp; Texte / Soft Dev">
  <p:cSld name="CUSTOM_3_1_1_1">
    <p:bg>
      <p:bgPr>
        <a:solidFill>
          <a:schemeClr val="lt1"/>
        </a:solidFill>
        <a:effectLst/>
      </p:bgPr>
    </p:bg>
    <p:spTree>
      <p:nvGrpSpPr>
        <p:cNvPr id="1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65"/>
          <p:cNvSpPr/>
          <p:nvPr/>
        </p:nvSpPr>
        <p:spPr>
          <a:xfrm>
            <a:off x="-57225" y="-63875"/>
            <a:ext cx="5275800" cy="52713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7" name="Google Shape;457;p65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4473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3600"/>
              <a:buFont typeface="Work Sans Medium"/>
              <a:buChar char="●"/>
              <a:defRPr sz="36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3600"/>
              <a:buFont typeface="Work Sans Medium"/>
              <a:buChar char="○"/>
              <a:defRPr sz="36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3600"/>
              <a:buFont typeface="Work Sans Medium"/>
              <a:buChar char="■"/>
              <a:defRPr sz="36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3600"/>
              <a:buFont typeface="Work Sans Medium"/>
              <a:buChar char="●"/>
              <a:defRPr sz="36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3600"/>
              <a:buFont typeface="Work Sans Medium"/>
              <a:buChar char="○"/>
              <a:defRPr sz="36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3600"/>
              <a:buFont typeface="Work Sans Medium"/>
              <a:buChar char="■"/>
              <a:defRPr sz="36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3600"/>
              <a:buFont typeface="Work Sans Medium"/>
              <a:buChar char="●"/>
              <a:defRPr sz="36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3600"/>
              <a:buFont typeface="Work Sans Medium"/>
              <a:buChar char="○"/>
              <a:defRPr sz="36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3600"/>
              <a:buFont typeface="Work Sans Medium"/>
              <a:buChar char="■"/>
              <a:defRPr sz="36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58" name="Google Shape;458;p65"/>
          <p:cNvSpPr txBox="1">
            <a:spLocks noGrp="1"/>
          </p:cNvSpPr>
          <p:nvPr>
            <p:ph type="title" idx="2"/>
          </p:nvPr>
        </p:nvSpPr>
        <p:spPr>
          <a:xfrm>
            <a:off x="198000" y="2105175"/>
            <a:ext cx="4473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2100"/>
              <a:buFont typeface="Work Sans Medium"/>
              <a:buChar char="●"/>
              <a:defRPr sz="21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2100"/>
              <a:buFont typeface="Work Sans Medium"/>
              <a:buChar char="○"/>
              <a:defRPr sz="21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2100"/>
              <a:buFont typeface="Work Sans Medium"/>
              <a:buChar char="■"/>
              <a:defRPr sz="21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2100"/>
              <a:buFont typeface="Work Sans Medium"/>
              <a:buChar char="●"/>
              <a:defRPr sz="21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2100"/>
              <a:buFont typeface="Work Sans Medium"/>
              <a:buChar char="○"/>
              <a:defRPr sz="21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2100"/>
              <a:buFont typeface="Work Sans Medium"/>
              <a:buChar char="■"/>
              <a:defRPr sz="21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2100"/>
              <a:buFont typeface="Work Sans Medium"/>
              <a:buChar char="●"/>
              <a:defRPr sz="21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2100"/>
              <a:buFont typeface="Work Sans Medium"/>
              <a:buChar char="○"/>
              <a:defRPr sz="21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2100"/>
              <a:buFont typeface="Work Sans Medium"/>
              <a:buChar char="■"/>
              <a:defRPr sz="21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59" name="Google Shape;459;p65"/>
          <p:cNvSpPr txBox="1">
            <a:spLocks noGrp="1"/>
          </p:cNvSpPr>
          <p:nvPr>
            <p:ph type="title" idx="3"/>
          </p:nvPr>
        </p:nvSpPr>
        <p:spPr>
          <a:xfrm>
            <a:off x="5416500" y="198100"/>
            <a:ext cx="35295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1200"/>
              <a:buFont typeface="Inter Medium"/>
              <a:buChar char="●"/>
              <a:defRPr sz="1200">
                <a:solidFill>
                  <a:srgbClr val="1A1A33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pic>
        <p:nvPicPr>
          <p:cNvPr id="460" name="Google Shape;460;p65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pic>
        <p:nvPicPr>
          <p:cNvPr id="461" name="Google Shape;461;p65" title="Fichier 20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-5400000">
            <a:off x="-1702026" y="4617290"/>
            <a:ext cx="5951726" cy="2942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J - Transition / Cybersecurity">
  <p:cSld name="CUSTOM_5_1_1">
    <p:bg>
      <p:bgPr>
        <a:solidFill>
          <a:schemeClr val="accent5"/>
        </a:solidFill>
        <a:effectLst/>
      </p:bgPr>
    </p:bg>
    <p:spTree>
      <p:nvGrpSpPr>
        <p:cNvPr id="1" name="Shape 4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3" name="Google Shape;463;p6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464" name="Google Shape;464;p66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8748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65" name="Google Shape;465;p66"/>
          <p:cNvSpPr txBox="1">
            <a:spLocks noGrp="1"/>
          </p:cNvSpPr>
          <p:nvPr>
            <p:ph type="title" idx="2"/>
          </p:nvPr>
        </p:nvSpPr>
        <p:spPr>
          <a:xfrm>
            <a:off x="198000" y="2105175"/>
            <a:ext cx="8748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Work Sans Medium"/>
              <a:buChar char="●"/>
              <a:defRPr sz="21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pic>
        <p:nvPicPr>
          <p:cNvPr id="466" name="Google Shape;466;p66" title="Fichier 1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71000" y="3322429"/>
            <a:ext cx="4778949" cy="23375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K - Transition &amp; Image / Cybersecurity">
  <p:cSld name="CUSTOM_3_2_1_1">
    <p:bg>
      <p:bgPr>
        <a:solidFill>
          <a:schemeClr val="accent5"/>
        </a:solidFill>
        <a:effectLst/>
      </p:bgPr>
    </p:bg>
    <p:spTree>
      <p:nvGrpSpPr>
        <p:cNvPr id="1" name="Shape 4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8" name="Google Shape;468;p6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469" name="Google Shape;469;p67"/>
          <p:cNvSpPr>
            <a:spLocks noGrp="1"/>
          </p:cNvSpPr>
          <p:nvPr>
            <p:ph type="pic" idx="2"/>
          </p:nvPr>
        </p:nvSpPr>
        <p:spPr>
          <a:xfrm>
            <a:off x="5218500" y="0"/>
            <a:ext cx="39255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470" name="Google Shape;470;p67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4473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71" name="Google Shape;471;p67"/>
          <p:cNvSpPr txBox="1">
            <a:spLocks noGrp="1"/>
          </p:cNvSpPr>
          <p:nvPr>
            <p:ph type="title" idx="3"/>
          </p:nvPr>
        </p:nvSpPr>
        <p:spPr>
          <a:xfrm>
            <a:off x="198000" y="2105175"/>
            <a:ext cx="4473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Work Sans Medium"/>
              <a:buChar char="●"/>
              <a:defRPr sz="21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pic>
        <p:nvPicPr>
          <p:cNvPr id="472" name="Google Shape;472;p67" title="Fichier 21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1262125" y="3223499"/>
            <a:ext cx="4625651" cy="22693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L - Transition &amp; Texte / Cybersecurity">
  <p:cSld name="CUSTOM_3_1_1_1_1">
    <p:bg>
      <p:bgPr>
        <a:solidFill>
          <a:schemeClr val="lt1"/>
        </a:solidFill>
        <a:effectLst/>
      </p:bgPr>
    </p:bg>
    <p:spTree>
      <p:nvGrpSpPr>
        <p:cNvPr id="1" name="Shape 4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4" name="Google Shape;474;p68"/>
          <p:cNvSpPr/>
          <p:nvPr/>
        </p:nvSpPr>
        <p:spPr>
          <a:xfrm>
            <a:off x="-88300" y="-102500"/>
            <a:ext cx="5306700" cy="53484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475" name="Google Shape;475;p6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476" name="Google Shape;476;p68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4473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77" name="Google Shape;477;p68"/>
          <p:cNvSpPr txBox="1">
            <a:spLocks noGrp="1"/>
          </p:cNvSpPr>
          <p:nvPr>
            <p:ph type="title" idx="2"/>
          </p:nvPr>
        </p:nvSpPr>
        <p:spPr>
          <a:xfrm>
            <a:off x="198000" y="2105175"/>
            <a:ext cx="4473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Work Sans Medium"/>
              <a:buChar char="●"/>
              <a:defRPr sz="21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78" name="Google Shape;478;p68"/>
          <p:cNvSpPr txBox="1">
            <a:spLocks noGrp="1"/>
          </p:cNvSpPr>
          <p:nvPr>
            <p:ph type="title" idx="3"/>
          </p:nvPr>
        </p:nvSpPr>
        <p:spPr>
          <a:xfrm>
            <a:off x="5416500" y="198100"/>
            <a:ext cx="35295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1200"/>
              <a:buFont typeface="Inter Medium"/>
              <a:buChar char="●"/>
              <a:defRPr sz="1200">
                <a:solidFill>
                  <a:srgbClr val="1A1A33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pic>
        <p:nvPicPr>
          <p:cNvPr id="479" name="Google Shape;479;p68" title="Fichier 20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-5400000">
            <a:off x="-1715650" y="4618471"/>
            <a:ext cx="5970801" cy="2946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C - Texte &amp; Image Fond Clair 3">
  <p:cSld name="CUSTOM_4">
    <p:spTree>
      <p:nvGrpSpPr>
        <p:cNvPr id="1" name="Shape 4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1" name="Google Shape;481;p69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482" name="Google Shape;482;p69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483" name="Google Shape;483;p69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30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484" name="Google Shape;484;p69" title="Laptop Mockup.png"/>
          <p:cNvPicPr preferRelativeResize="0"/>
          <p:nvPr/>
        </p:nvPicPr>
        <p:blipFill rotWithShape="1">
          <a:blip r:embed="rId3">
            <a:alphaModFix/>
          </a:blip>
          <a:srcRect b="8139"/>
          <a:stretch/>
        </p:blipFill>
        <p:spPr>
          <a:xfrm>
            <a:off x="1208600" y="928126"/>
            <a:ext cx="6726799" cy="4215375"/>
          </a:xfrm>
          <a:prstGeom prst="rect">
            <a:avLst/>
          </a:prstGeom>
          <a:noFill/>
          <a:ln>
            <a:noFill/>
          </a:ln>
        </p:spPr>
      </p:pic>
      <p:sp>
        <p:nvSpPr>
          <p:cNvPr id="485" name="Google Shape;485;p69"/>
          <p:cNvSpPr/>
          <p:nvPr/>
        </p:nvSpPr>
        <p:spPr>
          <a:xfrm>
            <a:off x="1830500" y="1111250"/>
            <a:ext cx="5412300" cy="35217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6" name="Google Shape;486;p69"/>
          <p:cNvSpPr>
            <a:spLocks noGrp="1"/>
          </p:cNvSpPr>
          <p:nvPr>
            <p:ph type="pic" idx="2"/>
          </p:nvPr>
        </p:nvSpPr>
        <p:spPr>
          <a:xfrm>
            <a:off x="1821475" y="1101825"/>
            <a:ext cx="5404500" cy="3531000"/>
          </a:xfrm>
          <a:prstGeom prst="roundRect">
            <a:avLst>
              <a:gd name="adj" fmla="val 1781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C - Fin">
  <p:cSld name="CUSTOM_6">
    <p:bg>
      <p:bgPr>
        <a:solidFill>
          <a:schemeClr val="dk2"/>
        </a:solidFill>
        <a:effectLst/>
      </p:bgPr>
    </p:bg>
    <p:spTree>
      <p:nvGrpSpPr>
        <p:cNvPr id="1" name="Shape 4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8" name="Google Shape;488;p7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flipH="1">
            <a:off x="-4928766" y="481824"/>
            <a:ext cx="9144026" cy="4524833"/>
          </a:xfrm>
          <a:prstGeom prst="rect">
            <a:avLst/>
          </a:prstGeom>
          <a:noFill/>
          <a:ln>
            <a:noFill/>
          </a:ln>
        </p:spPr>
      </p:pic>
      <p:sp>
        <p:nvSpPr>
          <p:cNvPr id="489" name="Google Shape;489;p70"/>
          <p:cNvSpPr txBox="1"/>
          <p:nvPr/>
        </p:nvSpPr>
        <p:spPr>
          <a:xfrm>
            <a:off x="1802950" y="4747508"/>
            <a:ext cx="2021400" cy="13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rgbClr val="FFFFFF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YOUR FUTURE, </a:t>
            </a:r>
            <a:r>
              <a:rPr lang="fr" sz="900" b="1">
                <a:solidFill>
                  <a:srgbClr val="FFFFFF"/>
                </a:solidFill>
                <a:latin typeface="Work Sans"/>
                <a:ea typeface="Work Sans"/>
                <a:cs typeface="Work Sans"/>
                <a:sym typeface="Work Sans"/>
              </a:rPr>
              <a:t>DECODED.</a:t>
            </a:r>
            <a:endParaRPr sz="900" b="1">
              <a:solidFill>
                <a:srgbClr val="FFFFFF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pic>
        <p:nvPicPr>
          <p:cNvPr id="490" name="Google Shape;490;p7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3985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apositive de titre 1">
  <p:cSld name="TITLE_1_1">
    <p:spTree>
      <p:nvGrpSpPr>
        <p:cNvPr id="1" name="Shape 4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" name="Google Shape;499;p7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Char char="●"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Char char="○"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Char char="■"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Char char="●"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Char char="○"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Char char="■"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Char char="●"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Char char="○"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Char char="■"/>
              <a:defRPr sz="5200"/>
            </a:lvl9pPr>
          </a:lstStyle>
          <a:p>
            <a:endParaRPr/>
          </a:p>
        </p:txBody>
      </p:sp>
      <p:sp>
        <p:nvSpPr>
          <p:cNvPr id="500" name="Google Shape;500;p7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501" name="Google Shape;501;p7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e - TITRE en annonce">
  <p:cSld name="TITLE_AND_BODY_1_3">
    <p:bg>
      <p:bgPr>
        <a:solidFill>
          <a:srgbClr val="E8E3D4"/>
        </a:solidFill>
        <a:effectLst/>
      </p:bgPr>
    </p:bg>
    <p:spTree>
      <p:nvGrpSpPr>
        <p:cNvPr id="1" name="Shape 5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3" name="Google Shape;503;p73"/>
          <p:cNvSpPr txBox="1">
            <a:spLocks noGrp="1"/>
          </p:cNvSpPr>
          <p:nvPr>
            <p:ph type="sldNum" idx="12"/>
          </p:nvPr>
        </p:nvSpPr>
        <p:spPr>
          <a:xfrm>
            <a:off x="102433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lvl="2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lvl="3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lvl="4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lvl="5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lvl="6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lvl="7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lvl="8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504" name="Google Shape;504;p73"/>
          <p:cNvSpPr txBox="1">
            <a:spLocks noGrp="1"/>
          </p:cNvSpPr>
          <p:nvPr>
            <p:ph type="title"/>
          </p:nvPr>
        </p:nvSpPr>
        <p:spPr>
          <a:xfrm>
            <a:off x="1098750" y="313175"/>
            <a:ext cx="4481400" cy="5505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300"/>
              <a:buFont typeface="Urbanist Black"/>
              <a:buNone/>
              <a:defRPr sz="230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05" name="Google Shape;505;p73"/>
          <p:cNvSpPr txBox="1">
            <a:spLocks noGrp="1"/>
          </p:cNvSpPr>
          <p:nvPr>
            <p:ph type="subTitle" idx="1"/>
          </p:nvPr>
        </p:nvSpPr>
        <p:spPr>
          <a:xfrm>
            <a:off x="1022550" y="11568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6" name="Google Shape;506;p73"/>
          <p:cNvSpPr txBox="1">
            <a:spLocks noGrp="1"/>
          </p:cNvSpPr>
          <p:nvPr>
            <p:ph type="body" idx="2"/>
          </p:nvPr>
        </p:nvSpPr>
        <p:spPr>
          <a:xfrm>
            <a:off x="1037400" y="1720225"/>
            <a:ext cx="7076100" cy="108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pic>
        <p:nvPicPr>
          <p:cNvPr id="507" name="Google Shape;507;p7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48275" y="4547775"/>
            <a:ext cx="443325" cy="443325"/>
          </a:xfrm>
          <a:prstGeom prst="rect">
            <a:avLst/>
          </a:prstGeom>
          <a:noFill/>
          <a:ln>
            <a:noFill/>
          </a:ln>
        </p:spPr>
      </p:pic>
      <p:sp>
        <p:nvSpPr>
          <p:cNvPr id="508" name="Google Shape;508;p73"/>
          <p:cNvSpPr txBox="1">
            <a:spLocks noGrp="1"/>
          </p:cNvSpPr>
          <p:nvPr>
            <p:ph type="body" idx="3"/>
          </p:nvPr>
        </p:nvSpPr>
        <p:spPr>
          <a:xfrm>
            <a:off x="1045346" y="3604725"/>
            <a:ext cx="7076100" cy="119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sp>
        <p:nvSpPr>
          <p:cNvPr id="509" name="Google Shape;509;p73"/>
          <p:cNvSpPr txBox="1">
            <a:spLocks noGrp="1"/>
          </p:cNvSpPr>
          <p:nvPr>
            <p:ph type="subTitle" idx="4"/>
          </p:nvPr>
        </p:nvSpPr>
        <p:spPr>
          <a:xfrm>
            <a:off x="1029975" y="30413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pic>
        <p:nvPicPr>
          <p:cNvPr id="510" name="Google Shape;510;p73"/>
          <p:cNvPicPr preferRelativeResize="0"/>
          <p:nvPr/>
        </p:nvPicPr>
        <p:blipFill rotWithShape="1">
          <a:blip r:embed="rId3">
            <a:alphaModFix/>
          </a:blip>
          <a:srcRect r="78350"/>
          <a:stretch/>
        </p:blipFill>
        <p:spPr>
          <a:xfrm>
            <a:off x="7993025" y="4545189"/>
            <a:ext cx="443326" cy="448499"/>
          </a:xfrm>
          <a:prstGeom prst="rect">
            <a:avLst/>
          </a:prstGeom>
          <a:noFill/>
          <a:ln>
            <a:noFill/>
          </a:ln>
        </p:spPr>
      </p:pic>
      <p:pic>
        <p:nvPicPr>
          <p:cNvPr id="511" name="Google Shape;511;p73"/>
          <p:cNvPicPr preferRelativeResize="0"/>
          <p:nvPr/>
        </p:nvPicPr>
        <p:blipFill rotWithShape="1">
          <a:blip r:embed="rId4">
            <a:alphaModFix/>
          </a:blip>
          <a:srcRect l="4050" t="9114" r="78055" b="19463"/>
          <a:stretch/>
        </p:blipFill>
        <p:spPr>
          <a:xfrm>
            <a:off x="7418367" y="4538588"/>
            <a:ext cx="462734" cy="461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e - TITRE en annonce 5">
  <p:cSld name="TITLE_AND_BODY_6">
    <p:bg>
      <p:bgPr>
        <a:solidFill>
          <a:srgbClr val="E8E3D4"/>
        </a:solidFill>
        <a:effectLst/>
      </p:bgPr>
    </p:bg>
    <p:spTree>
      <p:nvGrpSpPr>
        <p:cNvPr id="1" name="Shape 5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3" name="Google Shape;513;p74"/>
          <p:cNvSpPr txBox="1">
            <a:spLocks noGrp="1"/>
          </p:cNvSpPr>
          <p:nvPr>
            <p:ph type="sldNum" idx="12"/>
          </p:nvPr>
        </p:nvSpPr>
        <p:spPr>
          <a:xfrm>
            <a:off x="102433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lvl="2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lvl="3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lvl="4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lvl="5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lvl="6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lvl="7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lvl="8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514" name="Google Shape;514;p74"/>
          <p:cNvSpPr txBox="1">
            <a:spLocks noGrp="1"/>
          </p:cNvSpPr>
          <p:nvPr>
            <p:ph type="title"/>
          </p:nvPr>
        </p:nvSpPr>
        <p:spPr>
          <a:xfrm>
            <a:off x="1098750" y="313175"/>
            <a:ext cx="4481400" cy="5505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300"/>
              <a:buFont typeface="Urbanist Black"/>
              <a:buNone/>
              <a:defRPr sz="230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5" name="Google Shape;515;p74"/>
          <p:cNvSpPr txBox="1">
            <a:spLocks noGrp="1"/>
          </p:cNvSpPr>
          <p:nvPr>
            <p:ph type="subTitle" idx="1"/>
          </p:nvPr>
        </p:nvSpPr>
        <p:spPr>
          <a:xfrm>
            <a:off x="1022550" y="11568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16" name="Google Shape;516;p74"/>
          <p:cNvSpPr txBox="1">
            <a:spLocks noGrp="1"/>
          </p:cNvSpPr>
          <p:nvPr>
            <p:ph type="body" idx="2"/>
          </p:nvPr>
        </p:nvSpPr>
        <p:spPr>
          <a:xfrm>
            <a:off x="1037400" y="1720225"/>
            <a:ext cx="7076100" cy="108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pic>
        <p:nvPicPr>
          <p:cNvPr id="517" name="Google Shape;517;p7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48275" y="4547775"/>
            <a:ext cx="443325" cy="443325"/>
          </a:xfrm>
          <a:prstGeom prst="rect">
            <a:avLst/>
          </a:prstGeom>
          <a:noFill/>
          <a:ln>
            <a:noFill/>
          </a:ln>
        </p:spPr>
      </p:pic>
      <p:sp>
        <p:nvSpPr>
          <p:cNvPr id="518" name="Google Shape;518;p74"/>
          <p:cNvSpPr txBox="1">
            <a:spLocks noGrp="1"/>
          </p:cNvSpPr>
          <p:nvPr>
            <p:ph type="body" idx="3"/>
          </p:nvPr>
        </p:nvSpPr>
        <p:spPr>
          <a:xfrm>
            <a:off x="1045346" y="3604725"/>
            <a:ext cx="7076100" cy="119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sp>
        <p:nvSpPr>
          <p:cNvPr id="519" name="Google Shape;519;p74"/>
          <p:cNvSpPr txBox="1">
            <a:spLocks noGrp="1"/>
          </p:cNvSpPr>
          <p:nvPr>
            <p:ph type="subTitle" idx="4"/>
          </p:nvPr>
        </p:nvSpPr>
        <p:spPr>
          <a:xfrm>
            <a:off x="1029975" y="30413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pic>
        <p:nvPicPr>
          <p:cNvPr id="520" name="Google Shape;520;p74"/>
          <p:cNvPicPr preferRelativeResize="0"/>
          <p:nvPr/>
        </p:nvPicPr>
        <p:blipFill rotWithShape="1">
          <a:blip r:embed="rId3">
            <a:alphaModFix/>
          </a:blip>
          <a:srcRect r="78350"/>
          <a:stretch/>
        </p:blipFill>
        <p:spPr>
          <a:xfrm>
            <a:off x="7993025" y="4545189"/>
            <a:ext cx="443326" cy="448499"/>
          </a:xfrm>
          <a:prstGeom prst="rect">
            <a:avLst/>
          </a:prstGeom>
          <a:noFill/>
          <a:ln>
            <a:noFill/>
          </a:ln>
        </p:spPr>
      </p:pic>
      <p:pic>
        <p:nvPicPr>
          <p:cNvPr id="521" name="Google Shape;521;p74"/>
          <p:cNvPicPr preferRelativeResize="0"/>
          <p:nvPr/>
        </p:nvPicPr>
        <p:blipFill rotWithShape="1">
          <a:blip r:embed="rId4">
            <a:alphaModFix/>
          </a:blip>
          <a:srcRect l="4050" t="9114" r="78055" b="19463"/>
          <a:stretch/>
        </p:blipFill>
        <p:spPr>
          <a:xfrm>
            <a:off x="7418367" y="4538588"/>
            <a:ext cx="462734" cy="461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e - TITRE en annonce 1">
  <p:cSld name="TITLE_AND_BODY_7">
    <p:bg>
      <p:bgPr>
        <a:solidFill>
          <a:srgbClr val="E8E3D4"/>
        </a:solidFill>
        <a:effectLst/>
      </p:bgPr>
    </p:bg>
    <p:spTree>
      <p:nvGrpSpPr>
        <p:cNvPr id="1" name="Shape 5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3" name="Google Shape;523;p75"/>
          <p:cNvSpPr txBox="1">
            <a:spLocks noGrp="1"/>
          </p:cNvSpPr>
          <p:nvPr>
            <p:ph type="sldNum" idx="12"/>
          </p:nvPr>
        </p:nvSpPr>
        <p:spPr>
          <a:xfrm>
            <a:off x="102433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lvl="2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lvl="3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lvl="4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lvl="5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lvl="6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lvl="7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lvl="8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524" name="Google Shape;524;p75"/>
          <p:cNvSpPr txBox="1">
            <a:spLocks noGrp="1"/>
          </p:cNvSpPr>
          <p:nvPr>
            <p:ph type="title"/>
          </p:nvPr>
        </p:nvSpPr>
        <p:spPr>
          <a:xfrm>
            <a:off x="1098750" y="313175"/>
            <a:ext cx="4481400" cy="5505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300"/>
              <a:buFont typeface="Urbanist Black"/>
              <a:buNone/>
              <a:defRPr sz="230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5" name="Google Shape;525;p75"/>
          <p:cNvSpPr txBox="1">
            <a:spLocks noGrp="1"/>
          </p:cNvSpPr>
          <p:nvPr>
            <p:ph type="subTitle" idx="1"/>
          </p:nvPr>
        </p:nvSpPr>
        <p:spPr>
          <a:xfrm>
            <a:off x="1022550" y="11568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26" name="Google Shape;526;p75"/>
          <p:cNvSpPr txBox="1">
            <a:spLocks noGrp="1"/>
          </p:cNvSpPr>
          <p:nvPr>
            <p:ph type="body" idx="2"/>
          </p:nvPr>
        </p:nvSpPr>
        <p:spPr>
          <a:xfrm>
            <a:off x="1037400" y="1720225"/>
            <a:ext cx="7076100" cy="108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pic>
        <p:nvPicPr>
          <p:cNvPr id="527" name="Google Shape;527;p7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48275" y="4547775"/>
            <a:ext cx="443325" cy="443325"/>
          </a:xfrm>
          <a:prstGeom prst="rect">
            <a:avLst/>
          </a:prstGeom>
          <a:noFill/>
          <a:ln>
            <a:noFill/>
          </a:ln>
        </p:spPr>
      </p:pic>
      <p:sp>
        <p:nvSpPr>
          <p:cNvPr id="528" name="Google Shape;528;p75"/>
          <p:cNvSpPr txBox="1">
            <a:spLocks noGrp="1"/>
          </p:cNvSpPr>
          <p:nvPr>
            <p:ph type="body" idx="3"/>
          </p:nvPr>
        </p:nvSpPr>
        <p:spPr>
          <a:xfrm>
            <a:off x="1045346" y="3604725"/>
            <a:ext cx="7076100" cy="119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sp>
        <p:nvSpPr>
          <p:cNvPr id="529" name="Google Shape;529;p75"/>
          <p:cNvSpPr txBox="1">
            <a:spLocks noGrp="1"/>
          </p:cNvSpPr>
          <p:nvPr>
            <p:ph type="subTitle" idx="4"/>
          </p:nvPr>
        </p:nvSpPr>
        <p:spPr>
          <a:xfrm>
            <a:off x="1029975" y="30413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e - TITRE en annonce 2">
  <p:cSld name="TITLE_AND_BODY_8">
    <p:bg>
      <p:bgPr>
        <a:solidFill>
          <a:srgbClr val="E8E3D4"/>
        </a:solidFill>
        <a:effectLst/>
      </p:bgPr>
    </p:bg>
    <p:spTree>
      <p:nvGrpSpPr>
        <p:cNvPr id="1" name="Shape 5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1" name="Google Shape;531;p76"/>
          <p:cNvSpPr txBox="1">
            <a:spLocks noGrp="1"/>
          </p:cNvSpPr>
          <p:nvPr>
            <p:ph type="sldNum" idx="12"/>
          </p:nvPr>
        </p:nvSpPr>
        <p:spPr>
          <a:xfrm>
            <a:off x="102433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lvl="2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lvl="3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lvl="4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lvl="5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lvl="6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lvl="7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lvl="8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532" name="Google Shape;532;p76"/>
          <p:cNvSpPr txBox="1">
            <a:spLocks noGrp="1"/>
          </p:cNvSpPr>
          <p:nvPr>
            <p:ph type="title"/>
          </p:nvPr>
        </p:nvSpPr>
        <p:spPr>
          <a:xfrm>
            <a:off x="1098750" y="313175"/>
            <a:ext cx="4481400" cy="5505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300"/>
              <a:buFont typeface="Urbanist Black"/>
              <a:buNone/>
              <a:defRPr sz="230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3" name="Google Shape;533;p76"/>
          <p:cNvSpPr txBox="1">
            <a:spLocks noGrp="1"/>
          </p:cNvSpPr>
          <p:nvPr>
            <p:ph type="subTitle" idx="1"/>
          </p:nvPr>
        </p:nvSpPr>
        <p:spPr>
          <a:xfrm>
            <a:off x="1022550" y="11568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34" name="Google Shape;534;p76"/>
          <p:cNvSpPr txBox="1">
            <a:spLocks noGrp="1"/>
          </p:cNvSpPr>
          <p:nvPr>
            <p:ph type="body" idx="2"/>
          </p:nvPr>
        </p:nvSpPr>
        <p:spPr>
          <a:xfrm>
            <a:off x="1037400" y="1720225"/>
            <a:ext cx="7076100" cy="108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pic>
        <p:nvPicPr>
          <p:cNvPr id="535" name="Google Shape;535;p7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48275" y="4547775"/>
            <a:ext cx="443325" cy="443325"/>
          </a:xfrm>
          <a:prstGeom prst="rect">
            <a:avLst/>
          </a:prstGeom>
          <a:noFill/>
          <a:ln>
            <a:noFill/>
          </a:ln>
        </p:spPr>
      </p:pic>
      <p:sp>
        <p:nvSpPr>
          <p:cNvPr id="536" name="Google Shape;536;p76"/>
          <p:cNvSpPr txBox="1">
            <a:spLocks noGrp="1"/>
          </p:cNvSpPr>
          <p:nvPr>
            <p:ph type="body" idx="3"/>
          </p:nvPr>
        </p:nvSpPr>
        <p:spPr>
          <a:xfrm>
            <a:off x="1045346" y="3604725"/>
            <a:ext cx="7076100" cy="119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sp>
        <p:nvSpPr>
          <p:cNvPr id="537" name="Google Shape;537;p76"/>
          <p:cNvSpPr txBox="1">
            <a:spLocks noGrp="1"/>
          </p:cNvSpPr>
          <p:nvPr>
            <p:ph type="subTitle" idx="4"/>
          </p:nvPr>
        </p:nvSpPr>
        <p:spPr>
          <a:xfrm>
            <a:off x="1029975" y="30413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pic>
        <p:nvPicPr>
          <p:cNvPr id="538" name="Google Shape;538;p76"/>
          <p:cNvPicPr preferRelativeResize="0"/>
          <p:nvPr/>
        </p:nvPicPr>
        <p:blipFill rotWithShape="1">
          <a:blip r:embed="rId3">
            <a:alphaModFix/>
          </a:blip>
          <a:srcRect r="78350"/>
          <a:stretch/>
        </p:blipFill>
        <p:spPr>
          <a:xfrm>
            <a:off x="7993025" y="4545189"/>
            <a:ext cx="443326" cy="448499"/>
          </a:xfrm>
          <a:prstGeom prst="rect">
            <a:avLst/>
          </a:prstGeom>
          <a:noFill/>
          <a:ln>
            <a:noFill/>
          </a:ln>
        </p:spPr>
      </p:pic>
      <p:pic>
        <p:nvPicPr>
          <p:cNvPr id="539" name="Google Shape;539;p76"/>
          <p:cNvPicPr preferRelativeResize="0"/>
          <p:nvPr/>
        </p:nvPicPr>
        <p:blipFill rotWithShape="1">
          <a:blip r:embed="rId4">
            <a:alphaModFix/>
          </a:blip>
          <a:srcRect l="4050" t="9114" r="78055" b="19463"/>
          <a:stretch/>
        </p:blipFill>
        <p:spPr>
          <a:xfrm>
            <a:off x="7418367" y="4538588"/>
            <a:ext cx="462734" cy="461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e - TITRE en annonce 3">
  <p:cSld name="TITLE_AND_BODY_9">
    <p:bg>
      <p:bgPr>
        <a:solidFill>
          <a:srgbClr val="E8E3D4"/>
        </a:solidFill>
        <a:effectLst/>
      </p:bgPr>
    </p:bg>
    <p:spTree>
      <p:nvGrpSpPr>
        <p:cNvPr id="1" name="Shape 5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1" name="Google Shape;541;p77"/>
          <p:cNvSpPr txBox="1">
            <a:spLocks noGrp="1"/>
          </p:cNvSpPr>
          <p:nvPr>
            <p:ph type="sldNum" idx="12"/>
          </p:nvPr>
        </p:nvSpPr>
        <p:spPr>
          <a:xfrm>
            <a:off x="102433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lvl="2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lvl="3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lvl="4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lvl="5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lvl="6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lvl="7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lvl="8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542" name="Google Shape;542;p77"/>
          <p:cNvSpPr txBox="1">
            <a:spLocks noGrp="1"/>
          </p:cNvSpPr>
          <p:nvPr>
            <p:ph type="title"/>
          </p:nvPr>
        </p:nvSpPr>
        <p:spPr>
          <a:xfrm>
            <a:off x="1098750" y="313175"/>
            <a:ext cx="4481400" cy="5505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300"/>
              <a:buFont typeface="Urbanist Black"/>
              <a:buNone/>
              <a:defRPr sz="230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3" name="Google Shape;543;p77"/>
          <p:cNvSpPr txBox="1">
            <a:spLocks noGrp="1"/>
          </p:cNvSpPr>
          <p:nvPr>
            <p:ph type="subTitle" idx="1"/>
          </p:nvPr>
        </p:nvSpPr>
        <p:spPr>
          <a:xfrm>
            <a:off x="1022550" y="11568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44" name="Google Shape;544;p77"/>
          <p:cNvSpPr txBox="1">
            <a:spLocks noGrp="1"/>
          </p:cNvSpPr>
          <p:nvPr>
            <p:ph type="body" idx="2"/>
          </p:nvPr>
        </p:nvSpPr>
        <p:spPr>
          <a:xfrm>
            <a:off x="1037400" y="1720225"/>
            <a:ext cx="7076100" cy="108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pic>
        <p:nvPicPr>
          <p:cNvPr id="545" name="Google Shape;545;p7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48275" y="4547775"/>
            <a:ext cx="443325" cy="443325"/>
          </a:xfrm>
          <a:prstGeom prst="rect">
            <a:avLst/>
          </a:prstGeom>
          <a:noFill/>
          <a:ln>
            <a:noFill/>
          </a:ln>
        </p:spPr>
      </p:pic>
      <p:sp>
        <p:nvSpPr>
          <p:cNvPr id="546" name="Google Shape;546;p77"/>
          <p:cNvSpPr txBox="1">
            <a:spLocks noGrp="1"/>
          </p:cNvSpPr>
          <p:nvPr>
            <p:ph type="body" idx="3"/>
          </p:nvPr>
        </p:nvSpPr>
        <p:spPr>
          <a:xfrm>
            <a:off x="1045346" y="3604725"/>
            <a:ext cx="7076100" cy="119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sp>
        <p:nvSpPr>
          <p:cNvPr id="547" name="Google Shape;547;p77"/>
          <p:cNvSpPr txBox="1">
            <a:spLocks noGrp="1"/>
          </p:cNvSpPr>
          <p:nvPr>
            <p:ph type="subTitle" idx="4"/>
          </p:nvPr>
        </p:nvSpPr>
        <p:spPr>
          <a:xfrm>
            <a:off x="1029975" y="30413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pic>
        <p:nvPicPr>
          <p:cNvPr id="548" name="Google Shape;548;p77"/>
          <p:cNvPicPr preferRelativeResize="0"/>
          <p:nvPr/>
        </p:nvPicPr>
        <p:blipFill rotWithShape="1">
          <a:blip r:embed="rId3">
            <a:alphaModFix/>
          </a:blip>
          <a:srcRect r="78350"/>
          <a:stretch/>
        </p:blipFill>
        <p:spPr>
          <a:xfrm>
            <a:off x="7993025" y="4545189"/>
            <a:ext cx="443326" cy="448499"/>
          </a:xfrm>
          <a:prstGeom prst="rect">
            <a:avLst/>
          </a:prstGeom>
          <a:noFill/>
          <a:ln>
            <a:noFill/>
          </a:ln>
        </p:spPr>
      </p:pic>
      <p:pic>
        <p:nvPicPr>
          <p:cNvPr id="549" name="Google Shape;549;p77"/>
          <p:cNvPicPr preferRelativeResize="0"/>
          <p:nvPr/>
        </p:nvPicPr>
        <p:blipFill rotWithShape="1">
          <a:blip r:embed="rId4">
            <a:alphaModFix/>
          </a:blip>
          <a:srcRect l="4050" t="9114" r="78055" b="19463"/>
          <a:stretch/>
        </p:blipFill>
        <p:spPr>
          <a:xfrm>
            <a:off x="7418367" y="4538588"/>
            <a:ext cx="462734" cy="461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">
  <p:cSld name="SECTION_HEADER_2">
    <p:bg>
      <p:bgPr>
        <a:solidFill>
          <a:srgbClr val="E8E3D4"/>
        </a:solidFill>
        <a:effectLst/>
      </p:bgPr>
    </p:bg>
    <p:spTree>
      <p:nvGrpSpPr>
        <p:cNvPr id="1" name="Shape 5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1" name="Google Shape;551;p78"/>
          <p:cNvSpPr txBox="1">
            <a:spLocks noGrp="1"/>
          </p:cNvSpPr>
          <p:nvPr>
            <p:ph type="title"/>
          </p:nvPr>
        </p:nvSpPr>
        <p:spPr>
          <a:xfrm>
            <a:off x="2259000" y="1957025"/>
            <a:ext cx="4626000" cy="855300"/>
          </a:xfrm>
          <a:prstGeom prst="rect">
            <a:avLst/>
          </a:prstGeom>
          <a:solidFill>
            <a:srgbClr val="F5FA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50"/>
              <a:buFont typeface="Urbanist Black"/>
              <a:buNone/>
              <a:defRPr sz="425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552" name="Google Shape;552;p7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48275" y="4547775"/>
            <a:ext cx="443325" cy="4433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53" name="Google Shape;553;p78"/>
          <p:cNvPicPr preferRelativeResize="0"/>
          <p:nvPr/>
        </p:nvPicPr>
        <p:blipFill rotWithShape="1">
          <a:blip r:embed="rId3">
            <a:alphaModFix/>
          </a:blip>
          <a:srcRect r="78350"/>
          <a:stretch/>
        </p:blipFill>
        <p:spPr>
          <a:xfrm>
            <a:off x="7993025" y="4545189"/>
            <a:ext cx="443326" cy="448499"/>
          </a:xfrm>
          <a:prstGeom prst="rect">
            <a:avLst/>
          </a:prstGeom>
          <a:noFill/>
          <a:ln>
            <a:noFill/>
          </a:ln>
        </p:spPr>
      </p:pic>
      <p:pic>
        <p:nvPicPr>
          <p:cNvPr id="554" name="Google Shape;554;p78"/>
          <p:cNvPicPr preferRelativeResize="0"/>
          <p:nvPr/>
        </p:nvPicPr>
        <p:blipFill rotWithShape="1">
          <a:blip r:embed="rId4">
            <a:alphaModFix/>
          </a:blip>
          <a:srcRect l="4050" t="9114" r="78055" b="19463"/>
          <a:stretch/>
        </p:blipFill>
        <p:spPr>
          <a:xfrm>
            <a:off x="7418367" y="4538588"/>
            <a:ext cx="462734" cy="461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e - TITRE en annonce 4">
  <p:cSld name="TITLE_AND_BODY_10">
    <p:bg>
      <p:bgPr>
        <a:solidFill>
          <a:srgbClr val="E8E3D4"/>
        </a:solidFill>
        <a:effectLst/>
      </p:bgPr>
    </p:bg>
    <p:spTree>
      <p:nvGrpSpPr>
        <p:cNvPr id="1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p79"/>
          <p:cNvSpPr txBox="1">
            <a:spLocks noGrp="1"/>
          </p:cNvSpPr>
          <p:nvPr>
            <p:ph type="sldNum" idx="12"/>
          </p:nvPr>
        </p:nvSpPr>
        <p:spPr>
          <a:xfrm>
            <a:off x="102433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lvl="2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lvl="3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lvl="4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lvl="5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lvl="6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lvl="7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lvl="8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557" name="Google Shape;557;p79"/>
          <p:cNvSpPr txBox="1">
            <a:spLocks noGrp="1"/>
          </p:cNvSpPr>
          <p:nvPr>
            <p:ph type="title"/>
          </p:nvPr>
        </p:nvSpPr>
        <p:spPr>
          <a:xfrm>
            <a:off x="1098750" y="313175"/>
            <a:ext cx="4481400" cy="5505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300"/>
              <a:buFont typeface="Urbanist Black"/>
              <a:buNone/>
              <a:defRPr sz="230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58" name="Google Shape;558;p79"/>
          <p:cNvSpPr txBox="1">
            <a:spLocks noGrp="1"/>
          </p:cNvSpPr>
          <p:nvPr>
            <p:ph type="subTitle" idx="1"/>
          </p:nvPr>
        </p:nvSpPr>
        <p:spPr>
          <a:xfrm>
            <a:off x="1022550" y="11568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59" name="Google Shape;559;p79"/>
          <p:cNvSpPr txBox="1">
            <a:spLocks noGrp="1"/>
          </p:cNvSpPr>
          <p:nvPr>
            <p:ph type="body" idx="2"/>
          </p:nvPr>
        </p:nvSpPr>
        <p:spPr>
          <a:xfrm>
            <a:off x="1037400" y="1720225"/>
            <a:ext cx="7076100" cy="108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pic>
        <p:nvPicPr>
          <p:cNvPr id="560" name="Google Shape;560;p7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48275" y="4547775"/>
            <a:ext cx="443325" cy="443325"/>
          </a:xfrm>
          <a:prstGeom prst="rect">
            <a:avLst/>
          </a:prstGeom>
          <a:noFill/>
          <a:ln>
            <a:noFill/>
          </a:ln>
        </p:spPr>
      </p:pic>
      <p:sp>
        <p:nvSpPr>
          <p:cNvPr id="561" name="Google Shape;561;p79"/>
          <p:cNvSpPr txBox="1">
            <a:spLocks noGrp="1"/>
          </p:cNvSpPr>
          <p:nvPr>
            <p:ph type="body" idx="3"/>
          </p:nvPr>
        </p:nvSpPr>
        <p:spPr>
          <a:xfrm>
            <a:off x="1045346" y="3604725"/>
            <a:ext cx="7076100" cy="119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sp>
        <p:nvSpPr>
          <p:cNvPr id="562" name="Google Shape;562;p79"/>
          <p:cNvSpPr txBox="1">
            <a:spLocks noGrp="1"/>
          </p:cNvSpPr>
          <p:nvPr>
            <p:ph type="subTitle" idx="4"/>
          </p:nvPr>
        </p:nvSpPr>
        <p:spPr>
          <a:xfrm>
            <a:off x="1029975" y="30413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pic>
        <p:nvPicPr>
          <p:cNvPr id="563" name="Google Shape;563;p79"/>
          <p:cNvPicPr preferRelativeResize="0"/>
          <p:nvPr/>
        </p:nvPicPr>
        <p:blipFill rotWithShape="1">
          <a:blip r:embed="rId3">
            <a:alphaModFix/>
          </a:blip>
          <a:srcRect r="78350"/>
          <a:stretch/>
        </p:blipFill>
        <p:spPr>
          <a:xfrm>
            <a:off x="7993025" y="4545189"/>
            <a:ext cx="443326" cy="448499"/>
          </a:xfrm>
          <a:prstGeom prst="rect">
            <a:avLst/>
          </a:prstGeom>
          <a:noFill/>
          <a:ln>
            <a:noFill/>
          </a:ln>
        </p:spPr>
      </p:pic>
      <p:pic>
        <p:nvPicPr>
          <p:cNvPr id="564" name="Google Shape;564;p79"/>
          <p:cNvPicPr preferRelativeResize="0"/>
          <p:nvPr/>
        </p:nvPicPr>
        <p:blipFill rotWithShape="1">
          <a:blip r:embed="rId4">
            <a:alphaModFix/>
          </a:blip>
          <a:srcRect l="4050" t="9114" r="78055" b="19463"/>
          <a:stretch/>
        </p:blipFill>
        <p:spPr>
          <a:xfrm>
            <a:off x="7418367" y="4538588"/>
            <a:ext cx="462734" cy="461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e - TITRE en annonce 6">
  <p:cSld name="TITLE_AND_BODY_11">
    <p:bg>
      <p:bgPr>
        <a:solidFill>
          <a:srgbClr val="E8E3D4"/>
        </a:solidFill>
        <a:effectLst/>
      </p:bgPr>
    </p:bg>
    <p:spTree>
      <p:nvGrpSpPr>
        <p:cNvPr id="1" name="Shape 5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Google Shape;566;p80"/>
          <p:cNvSpPr txBox="1">
            <a:spLocks noGrp="1"/>
          </p:cNvSpPr>
          <p:nvPr>
            <p:ph type="sldNum" idx="12"/>
          </p:nvPr>
        </p:nvSpPr>
        <p:spPr>
          <a:xfrm>
            <a:off x="102433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lvl="2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lvl="3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lvl="4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lvl="5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lvl="6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lvl="7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lvl="8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567" name="Google Shape;567;p80"/>
          <p:cNvSpPr txBox="1">
            <a:spLocks noGrp="1"/>
          </p:cNvSpPr>
          <p:nvPr>
            <p:ph type="title"/>
          </p:nvPr>
        </p:nvSpPr>
        <p:spPr>
          <a:xfrm>
            <a:off x="1098750" y="313175"/>
            <a:ext cx="4481400" cy="5505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300"/>
              <a:buFont typeface="Urbanist Black"/>
              <a:buNone/>
              <a:defRPr sz="230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8" name="Google Shape;568;p80"/>
          <p:cNvSpPr txBox="1">
            <a:spLocks noGrp="1"/>
          </p:cNvSpPr>
          <p:nvPr>
            <p:ph type="subTitle" idx="1"/>
          </p:nvPr>
        </p:nvSpPr>
        <p:spPr>
          <a:xfrm>
            <a:off x="1022550" y="11568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69" name="Google Shape;569;p80"/>
          <p:cNvSpPr txBox="1">
            <a:spLocks noGrp="1"/>
          </p:cNvSpPr>
          <p:nvPr>
            <p:ph type="body" idx="2"/>
          </p:nvPr>
        </p:nvSpPr>
        <p:spPr>
          <a:xfrm>
            <a:off x="1037400" y="1720225"/>
            <a:ext cx="7076100" cy="108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pic>
        <p:nvPicPr>
          <p:cNvPr id="570" name="Google Shape;570;p8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48275" y="4547775"/>
            <a:ext cx="443325" cy="443325"/>
          </a:xfrm>
          <a:prstGeom prst="rect">
            <a:avLst/>
          </a:prstGeom>
          <a:noFill/>
          <a:ln>
            <a:noFill/>
          </a:ln>
        </p:spPr>
      </p:pic>
      <p:sp>
        <p:nvSpPr>
          <p:cNvPr id="571" name="Google Shape;571;p80"/>
          <p:cNvSpPr txBox="1">
            <a:spLocks noGrp="1"/>
          </p:cNvSpPr>
          <p:nvPr>
            <p:ph type="body" idx="3"/>
          </p:nvPr>
        </p:nvSpPr>
        <p:spPr>
          <a:xfrm>
            <a:off x="1045346" y="3604725"/>
            <a:ext cx="7076100" cy="119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sp>
        <p:nvSpPr>
          <p:cNvPr id="572" name="Google Shape;572;p80"/>
          <p:cNvSpPr txBox="1">
            <a:spLocks noGrp="1"/>
          </p:cNvSpPr>
          <p:nvPr>
            <p:ph type="subTitle" idx="4"/>
          </p:nvPr>
        </p:nvSpPr>
        <p:spPr>
          <a:xfrm>
            <a:off x="1029975" y="30413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pic>
        <p:nvPicPr>
          <p:cNvPr id="573" name="Google Shape;573;p80"/>
          <p:cNvPicPr preferRelativeResize="0"/>
          <p:nvPr/>
        </p:nvPicPr>
        <p:blipFill rotWithShape="1">
          <a:blip r:embed="rId3">
            <a:alphaModFix/>
          </a:blip>
          <a:srcRect r="78350"/>
          <a:stretch/>
        </p:blipFill>
        <p:spPr>
          <a:xfrm>
            <a:off x="7993025" y="4545189"/>
            <a:ext cx="443326" cy="448499"/>
          </a:xfrm>
          <a:prstGeom prst="rect">
            <a:avLst/>
          </a:prstGeom>
          <a:noFill/>
          <a:ln>
            <a:noFill/>
          </a:ln>
        </p:spPr>
      </p:pic>
      <p:pic>
        <p:nvPicPr>
          <p:cNvPr id="574" name="Google Shape;574;p80"/>
          <p:cNvPicPr preferRelativeResize="0"/>
          <p:nvPr/>
        </p:nvPicPr>
        <p:blipFill rotWithShape="1">
          <a:blip r:embed="rId4">
            <a:alphaModFix/>
          </a:blip>
          <a:srcRect l="4050" t="9114" r="78055" b="19463"/>
          <a:stretch/>
        </p:blipFill>
        <p:spPr>
          <a:xfrm>
            <a:off x="7418367" y="4538588"/>
            <a:ext cx="462734" cy="461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e - TITRE en annonce 7">
  <p:cSld name="TITLE_AND_BODY_12">
    <p:bg>
      <p:bgPr>
        <a:solidFill>
          <a:srgbClr val="E8E3D4"/>
        </a:solidFill>
        <a:effectLst/>
      </p:bgPr>
    </p:bg>
    <p:spTree>
      <p:nvGrpSpPr>
        <p:cNvPr id="1" name="Shape 5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Google Shape;576;p81"/>
          <p:cNvSpPr txBox="1">
            <a:spLocks noGrp="1"/>
          </p:cNvSpPr>
          <p:nvPr>
            <p:ph type="sldNum" idx="12"/>
          </p:nvPr>
        </p:nvSpPr>
        <p:spPr>
          <a:xfrm>
            <a:off x="102433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lvl="2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lvl="3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lvl="4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lvl="5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lvl="6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lvl="7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lvl="8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577" name="Google Shape;577;p81"/>
          <p:cNvSpPr txBox="1">
            <a:spLocks noGrp="1"/>
          </p:cNvSpPr>
          <p:nvPr>
            <p:ph type="title"/>
          </p:nvPr>
        </p:nvSpPr>
        <p:spPr>
          <a:xfrm>
            <a:off x="1098750" y="313175"/>
            <a:ext cx="4481400" cy="5505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300"/>
              <a:buFont typeface="Urbanist Black"/>
              <a:buNone/>
              <a:defRPr sz="230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8" name="Google Shape;578;p81"/>
          <p:cNvSpPr txBox="1">
            <a:spLocks noGrp="1"/>
          </p:cNvSpPr>
          <p:nvPr>
            <p:ph type="subTitle" idx="1"/>
          </p:nvPr>
        </p:nvSpPr>
        <p:spPr>
          <a:xfrm>
            <a:off x="1022550" y="11568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79" name="Google Shape;579;p81"/>
          <p:cNvSpPr txBox="1">
            <a:spLocks noGrp="1"/>
          </p:cNvSpPr>
          <p:nvPr>
            <p:ph type="body" idx="2"/>
          </p:nvPr>
        </p:nvSpPr>
        <p:spPr>
          <a:xfrm>
            <a:off x="1037400" y="1720225"/>
            <a:ext cx="7076100" cy="108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pic>
        <p:nvPicPr>
          <p:cNvPr id="580" name="Google Shape;580;p8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48275" y="4547775"/>
            <a:ext cx="443325" cy="443325"/>
          </a:xfrm>
          <a:prstGeom prst="rect">
            <a:avLst/>
          </a:prstGeom>
          <a:noFill/>
          <a:ln>
            <a:noFill/>
          </a:ln>
        </p:spPr>
      </p:pic>
      <p:sp>
        <p:nvSpPr>
          <p:cNvPr id="581" name="Google Shape;581;p81"/>
          <p:cNvSpPr txBox="1">
            <a:spLocks noGrp="1"/>
          </p:cNvSpPr>
          <p:nvPr>
            <p:ph type="body" idx="3"/>
          </p:nvPr>
        </p:nvSpPr>
        <p:spPr>
          <a:xfrm>
            <a:off x="1045346" y="3604725"/>
            <a:ext cx="7076100" cy="119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sp>
        <p:nvSpPr>
          <p:cNvPr id="582" name="Google Shape;582;p81"/>
          <p:cNvSpPr txBox="1">
            <a:spLocks noGrp="1"/>
          </p:cNvSpPr>
          <p:nvPr>
            <p:ph type="subTitle" idx="4"/>
          </p:nvPr>
        </p:nvSpPr>
        <p:spPr>
          <a:xfrm>
            <a:off x="1029975" y="30413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 1">
  <p:cSld name="SECTION_HEADER_3">
    <p:bg>
      <p:bgPr>
        <a:solidFill>
          <a:srgbClr val="E8E3D4"/>
        </a:solidFill>
        <a:effectLst/>
      </p:bgPr>
    </p:bg>
    <p:spTree>
      <p:nvGrpSpPr>
        <p:cNvPr id="1" name="Shape 5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4" name="Google Shape;584;p82"/>
          <p:cNvSpPr txBox="1">
            <a:spLocks noGrp="1"/>
          </p:cNvSpPr>
          <p:nvPr>
            <p:ph type="title"/>
          </p:nvPr>
        </p:nvSpPr>
        <p:spPr>
          <a:xfrm>
            <a:off x="2259000" y="1957025"/>
            <a:ext cx="4626000" cy="855300"/>
          </a:xfrm>
          <a:prstGeom prst="rect">
            <a:avLst/>
          </a:prstGeom>
          <a:solidFill>
            <a:srgbClr val="F5FA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50"/>
              <a:buFont typeface="Urbanist Black"/>
              <a:buNone/>
              <a:defRPr sz="425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585" name="Google Shape;585;p8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48275" y="4547775"/>
            <a:ext cx="443325" cy="4433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86" name="Google Shape;586;p82"/>
          <p:cNvPicPr preferRelativeResize="0"/>
          <p:nvPr/>
        </p:nvPicPr>
        <p:blipFill rotWithShape="1">
          <a:blip r:embed="rId3">
            <a:alphaModFix/>
          </a:blip>
          <a:srcRect r="78350"/>
          <a:stretch/>
        </p:blipFill>
        <p:spPr>
          <a:xfrm>
            <a:off x="7993025" y="4545189"/>
            <a:ext cx="443326" cy="448499"/>
          </a:xfrm>
          <a:prstGeom prst="rect">
            <a:avLst/>
          </a:prstGeom>
          <a:noFill/>
          <a:ln>
            <a:noFill/>
          </a:ln>
        </p:spPr>
      </p:pic>
      <p:pic>
        <p:nvPicPr>
          <p:cNvPr id="587" name="Google Shape;587;p82"/>
          <p:cNvPicPr preferRelativeResize="0"/>
          <p:nvPr/>
        </p:nvPicPr>
        <p:blipFill rotWithShape="1">
          <a:blip r:embed="rId4">
            <a:alphaModFix/>
          </a:blip>
          <a:srcRect l="4050" t="9114" r="78055" b="19463"/>
          <a:stretch/>
        </p:blipFill>
        <p:spPr>
          <a:xfrm>
            <a:off x="7418367" y="4538588"/>
            <a:ext cx="462734" cy="461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_2">
  <p:cSld name="TITLE_2">
    <p:bg>
      <p:bgPr>
        <a:solidFill>
          <a:srgbClr val="E8E3D4"/>
        </a:solidFill>
        <a:effectLst/>
      </p:bgPr>
    </p:bg>
    <p:spTree>
      <p:nvGrpSpPr>
        <p:cNvPr id="1" name="Shape 5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89" name="Google Shape;589;p8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38330" y="403365"/>
            <a:ext cx="1076958" cy="82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90" name="Google Shape;590;p8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254263" y="4337565"/>
            <a:ext cx="2635477" cy="518950"/>
          </a:xfrm>
          <a:prstGeom prst="rect">
            <a:avLst/>
          </a:prstGeom>
          <a:noFill/>
          <a:ln>
            <a:noFill/>
          </a:ln>
        </p:spPr>
      </p:pic>
      <p:pic>
        <p:nvPicPr>
          <p:cNvPr id="591" name="Google Shape;591;p8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660579" y="4002409"/>
            <a:ext cx="1076975" cy="676023"/>
          </a:xfrm>
          <a:prstGeom prst="rect">
            <a:avLst/>
          </a:prstGeom>
          <a:noFill/>
          <a:ln>
            <a:noFill/>
          </a:ln>
        </p:spPr>
      </p:pic>
      <p:sp>
        <p:nvSpPr>
          <p:cNvPr id="592" name="Google Shape;592;p83"/>
          <p:cNvSpPr txBox="1">
            <a:spLocks noGrp="1"/>
          </p:cNvSpPr>
          <p:nvPr>
            <p:ph type="title"/>
          </p:nvPr>
        </p:nvSpPr>
        <p:spPr>
          <a:xfrm>
            <a:off x="2259000" y="1957025"/>
            <a:ext cx="4626000" cy="855300"/>
          </a:xfrm>
          <a:prstGeom prst="rect">
            <a:avLst/>
          </a:prstGeom>
          <a:solidFill>
            <a:srgbClr val="F5FA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50"/>
              <a:buFont typeface="Urbanist Black"/>
              <a:buNone/>
              <a:defRPr sz="425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rrière-plan simple" type="blank">
  <p:cSld name="BLANK">
    <p:bg>
      <p:bgPr>
        <a:solidFill>
          <a:srgbClr val="E8E3D4"/>
        </a:solidFill>
        <a:effectLst/>
      </p:bgPr>
    </p:bg>
    <p:spTree>
      <p:nvGrpSpPr>
        <p:cNvPr id="1" name="Shape 5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94" name="Google Shape;594;p8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48275" y="4547775"/>
            <a:ext cx="443325" cy="443325"/>
          </a:xfrm>
          <a:prstGeom prst="rect">
            <a:avLst/>
          </a:prstGeom>
          <a:noFill/>
          <a:ln>
            <a:noFill/>
          </a:ln>
        </p:spPr>
      </p:pic>
      <p:sp>
        <p:nvSpPr>
          <p:cNvPr id="595" name="Google Shape;595;p84"/>
          <p:cNvSpPr txBox="1">
            <a:spLocks noGrp="1"/>
          </p:cNvSpPr>
          <p:nvPr>
            <p:ph type="sldNum" idx="12"/>
          </p:nvPr>
        </p:nvSpPr>
        <p:spPr>
          <a:xfrm>
            <a:off x="102433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lvl="2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lvl="3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lvl="4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lvl="5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lvl="6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lvl="7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lvl="8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e - TITRE en annonce 8">
  <p:cSld name="TITLE_AND_BODY_13">
    <p:bg>
      <p:bgPr>
        <a:solidFill>
          <a:srgbClr val="E8E3D4"/>
        </a:solidFill>
        <a:effectLst/>
      </p:bgPr>
    </p:bg>
    <p:spTree>
      <p:nvGrpSpPr>
        <p:cNvPr id="1" name="Shape 5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7" name="Google Shape;597;p85"/>
          <p:cNvSpPr txBox="1">
            <a:spLocks noGrp="1"/>
          </p:cNvSpPr>
          <p:nvPr>
            <p:ph type="sldNum" idx="12"/>
          </p:nvPr>
        </p:nvSpPr>
        <p:spPr>
          <a:xfrm>
            <a:off x="102433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lvl="2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lvl="3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lvl="4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lvl="5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lvl="6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lvl="7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lvl="8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598" name="Google Shape;598;p85"/>
          <p:cNvSpPr txBox="1">
            <a:spLocks noGrp="1"/>
          </p:cNvSpPr>
          <p:nvPr>
            <p:ph type="title"/>
          </p:nvPr>
        </p:nvSpPr>
        <p:spPr>
          <a:xfrm>
            <a:off x="1098750" y="313175"/>
            <a:ext cx="4481400" cy="5505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300"/>
              <a:buFont typeface="Urbanist Black"/>
              <a:buNone/>
              <a:defRPr sz="230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9" name="Google Shape;599;p85"/>
          <p:cNvSpPr txBox="1">
            <a:spLocks noGrp="1"/>
          </p:cNvSpPr>
          <p:nvPr>
            <p:ph type="subTitle" idx="1"/>
          </p:nvPr>
        </p:nvSpPr>
        <p:spPr>
          <a:xfrm>
            <a:off x="1022550" y="11568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00" name="Google Shape;600;p85"/>
          <p:cNvSpPr txBox="1">
            <a:spLocks noGrp="1"/>
          </p:cNvSpPr>
          <p:nvPr>
            <p:ph type="body" idx="2"/>
          </p:nvPr>
        </p:nvSpPr>
        <p:spPr>
          <a:xfrm>
            <a:off x="1037400" y="1720225"/>
            <a:ext cx="7076100" cy="108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pic>
        <p:nvPicPr>
          <p:cNvPr id="601" name="Google Shape;601;p8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48275" y="4547775"/>
            <a:ext cx="443325" cy="443325"/>
          </a:xfrm>
          <a:prstGeom prst="rect">
            <a:avLst/>
          </a:prstGeom>
          <a:noFill/>
          <a:ln>
            <a:noFill/>
          </a:ln>
        </p:spPr>
      </p:pic>
      <p:sp>
        <p:nvSpPr>
          <p:cNvPr id="602" name="Google Shape;602;p85"/>
          <p:cNvSpPr txBox="1">
            <a:spLocks noGrp="1"/>
          </p:cNvSpPr>
          <p:nvPr>
            <p:ph type="body" idx="3"/>
          </p:nvPr>
        </p:nvSpPr>
        <p:spPr>
          <a:xfrm>
            <a:off x="1045346" y="3604725"/>
            <a:ext cx="7076100" cy="119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sp>
        <p:nvSpPr>
          <p:cNvPr id="603" name="Google Shape;603;p85"/>
          <p:cNvSpPr txBox="1">
            <a:spLocks noGrp="1"/>
          </p:cNvSpPr>
          <p:nvPr>
            <p:ph type="subTitle" idx="4"/>
          </p:nvPr>
        </p:nvSpPr>
        <p:spPr>
          <a:xfrm>
            <a:off x="1029975" y="30413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 2">
  <p:cSld name="SECTION_HEADER_4">
    <p:bg>
      <p:bgPr>
        <a:solidFill>
          <a:srgbClr val="E8E3D4"/>
        </a:solidFill>
        <a:effectLst/>
      </p:bgPr>
    </p:bg>
    <p:spTree>
      <p:nvGrpSpPr>
        <p:cNvPr id="1" name="Shape 6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5" name="Google Shape;605;p86"/>
          <p:cNvSpPr txBox="1">
            <a:spLocks noGrp="1"/>
          </p:cNvSpPr>
          <p:nvPr>
            <p:ph type="title"/>
          </p:nvPr>
        </p:nvSpPr>
        <p:spPr>
          <a:xfrm>
            <a:off x="2259000" y="1957025"/>
            <a:ext cx="4626000" cy="855300"/>
          </a:xfrm>
          <a:prstGeom prst="rect">
            <a:avLst/>
          </a:prstGeom>
          <a:solidFill>
            <a:srgbClr val="F5FA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50"/>
              <a:buFont typeface="Urbanist Black"/>
              <a:buNone/>
              <a:defRPr sz="425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606" name="Google Shape;606;p8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48275" y="4547775"/>
            <a:ext cx="443325" cy="4433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apositive de titre 1 1">
  <p:cSld name="TITLE_1_2">
    <p:bg>
      <p:bgPr>
        <a:solidFill>
          <a:srgbClr val="E8E3D4"/>
        </a:solidFill>
        <a:effectLst/>
      </p:bgPr>
    </p:bg>
    <p:spTree>
      <p:nvGrpSpPr>
        <p:cNvPr id="1" name="Shape 6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8" name="Google Shape;608;p8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38330" y="403365"/>
            <a:ext cx="1076958" cy="82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09" name="Google Shape;609;p8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254263" y="4337565"/>
            <a:ext cx="2635477" cy="518950"/>
          </a:xfrm>
          <a:prstGeom prst="rect">
            <a:avLst/>
          </a:prstGeom>
          <a:noFill/>
          <a:ln>
            <a:noFill/>
          </a:ln>
        </p:spPr>
      </p:pic>
      <p:pic>
        <p:nvPicPr>
          <p:cNvPr id="610" name="Google Shape;610;p8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660579" y="4002409"/>
            <a:ext cx="1076975" cy="676023"/>
          </a:xfrm>
          <a:prstGeom prst="rect">
            <a:avLst/>
          </a:prstGeom>
          <a:noFill/>
          <a:ln>
            <a:noFill/>
          </a:ln>
        </p:spPr>
      </p:pic>
      <p:sp>
        <p:nvSpPr>
          <p:cNvPr id="611" name="Google Shape;611;p87"/>
          <p:cNvSpPr txBox="1">
            <a:spLocks noGrp="1"/>
          </p:cNvSpPr>
          <p:nvPr>
            <p:ph type="title"/>
          </p:nvPr>
        </p:nvSpPr>
        <p:spPr>
          <a:xfrm>
            <a:off x="2259000" y="1957025"/>
            <a:ext cx="4626000" cy="855300"/>
          </a:xfrm>
          <a:prstGeom prst="rect">
            <a:avLst/>
          </a:prstGeom>
          <a:solidFill>
            <a:srgbClr val="F5FA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50"/>
              <a:buFont typeface="Urbanist Black"/>
              <a:buNone/>
              <a:defRPr sz="425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_AND_BODY_13_1">
  <p:cSld name="TITLE_AND_BODY_13_1">
    <p:spTree>
      <p:nvGrpSpPr>
        <p:cNvPr id="1" name="Shape 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Google Shape;613;p8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614" name="Google Shape;614;p88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615" name="Google Shape;615;p8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A - Sommaire uni 1">
  <p:cSld name="CUSTOM_6_1_1">
    <p:bg>
      <p:bgPr>
        <a:solidFill>
          <a:schemeClr val="accent1"/>
        </a:solidFill>
        <a:effectLst/>
      </p:bgPr>
    </p:bg>
    <p:spTree>
      <p:nvGrpSpPr>
        <p:cNvPr id="1" name="Shape 6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7" name="Google Shape;617;p89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49799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pic>
        <p:nvPicPr>
          <p:cNvPr id="618" name="Google Shape;618;p89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619" name="Google Shape;619;p89"/>
          <p:cNvSpPr txBox="1">
            <a:spLocks noGrp="1"/>
          </p:cNvSpPr>
          <p:nvPr>
            <p:ph type="title"/>
          </p:nvPr>
        </p:nvSpPr>
        <p:spPr>
          <a:xfrm>
            <a:off x="198000" y="198100"/>
            <a:ext cx="2038500" cy="3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●"/>
              <a:defRPr sz="2100" b="0" i="0" u="none" strike="noStrike" cap="none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○"/>
              <a:defRPr sz="2100" b="0" i="0" u="none" strike="noStrike" cap="none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■"/>
              <a:defRPr sz="2100" b="0" i="0" u="none" strike="noStrike" cap="none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●"/>
              <a:defRPr sz="2100" b="0" i="0" u="none" strike="noStrike" cap="none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○"/>
              <a:defRPr sz="2100" b="0" i="0" u="none" strike="noStrike" cap="none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■"/>
              <a:defRPr sz="2100" b="0" i="0" u="none" strike="noStrike" cap="none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●"/>
              <a:defRPr sz="2100" b="0" i="0" u="none" strike="noStrike" cap="none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○"/>
              <a:defRPr sz="2100" b="0" i="0" u="none" strike="noStrike" cap="none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■"/>
              <a:defRPr sz="2100" b="0" i="0" u="none" strike="noStrike" cap="none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620" name="Google Shape;620;p89"/>
          <p:cNvSpPr txBox="1">
            <a:spLocks noGrp="1"/>
          </p:cNvSpPr>
          <p:nvPr>
            <p:ph type="title" idx="2"/>
          </p:nvPr>
        </p:nvSpPr>
        <p:spPr>
          <a:xfrm>
            <a:off x="2434500" y="198100"/>
            <a:ext cx="5475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R="0" lvl="0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●"/>
              <a:defRPr sz="1200" b="0" i="0" u="none" strike="noStrike" cap="none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marR="0" lvl="1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○"/>
              <a:defRPr sz="1200" b="0" i="0" u="none" strike="noStrike" cap="none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marR="0" lvl="2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■"/>
              <a:defRPr sz="1200" b="0" i="0" u="none" strike="noStrike" cap="none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marR="0" lvl="3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●"/>
              <a:defRPr sz="1200" b="0" i="0" u="none" strike="noStrike" cap="none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marR="0" lvl="4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○"/>
              <a:defRPr sz="1200" b="0" i="0" u="none" strike="noStrike" cap="none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marR="0" lvl="5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■"/>
              <a:defRPr sz="1200" b="0" i="0" u="none" strike="noStrike" cap="none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marR="0" lvl="6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●"/>
              <a:defRPr sz="1200" b="0" i="0" u="none" strike="noStrike" cap="none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marR="0" lvl="7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○"/>
              <a:defRPr sz="1200" b="0" i="0" u="none" strike="noStrike" cap="none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marR="0" lvl="8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■"/>
              <a:defRPr sz="1200" b="0" i="0" u="none" strike="noStrike" cap="none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sp>
        <p:nvSpPr>
          <p:cNvPr id="621" name="Google Shape;621;p89"/>
          <p:cNvSpPr txBox="1">
            <a:spLocks noGrp="1"/>
          </p:cNvSpPr>
          <p:nvPr>
            <p:ph type="title" idx="3"/>
          </p:nvPr>
        </p:nvSpPr>
        <p:spPr>
          <a:xfrm>
            <a:off x="3180000" y="198100"/>
            <a:ext cx="42750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R="0" lv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1200"/>
              <a:buFont typeface="Inter Medium"/>
              <a:buChar char="●"/>
              <a:defRPr sz="1200" b="0" i="0" u="none" strike="noStrike" cap="none">
                <a:solidFill>
                  <a:srgbClr val="1A1A33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marR="0" lvl="1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 b="0" i="0" u="none" strike="noStrike" cap="none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marR="0" lvl="2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 b="0" i="0" u="none" strike="noStrike" cap="none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marR="0" lvl="3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 b="0" i="0" u="none" strike="noStrike" cap="none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marR="0" lvl="4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 b="0" i="0" u="none" strike="noStrike" cap="none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marR="0" lvl="5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 b="0" i="0" u="none" strike="noStrike" cap="none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marR="0" lvl="6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 b="0" i="0" u="none" strike="noStrike" cap="none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marR="0" lvl="7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 b="0" i="0" u="none" strike="noStrike" cap="none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marR="0" lvl="8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 b="0" i="0" u="none" strike="noStrike" cap="none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pic>
        <p:nvPicPr>
          <p:cNvPr id="622" name="Google Shape;622;p89" title="Fichier 17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709501" y="2571740"/>
            <a:ext cx="4892924" cy="24047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26" Type="http://schemas.openxmlformats.org/officeDocument/2006/relationships/slideLayout" Target="../slideLayouts/slideLayout38.xml"/><Relationship Id="rId21" Type="http://schemas.openxmlformats.org/officeDocument/2006/relationships/slideLayout" Target="../slideLayouts/slideLayout33.xml"/><Relationship Id="rId42" Type="http://schemas.openxmlformats.org/officeDocument/2006/relationships/slideLayout" Target="../slideLayouts/slideLayout54.xml"/><Relationship Id="rId47" Type="http://schemas.openxmlformats.org/officeDocument/2006/relationships/slideLayout" Target="../slideLayouts/slideLayout59.xml"/><Relationship Id="rId63" Type="http://schemas.openxmlformats.org/officeDocument/2006/relationships/slideLayout" Target="../slideLayouts/slideLayout75.xml"/><Relationship Id="rId68" Type="http://schemas.openxmlformats.org/officeDocument/2006/relationships/slideLayout" Target="../slideLayouts/slideLayout80.xml"/><Relationship Id="rId2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41.xml"/><Relationship Id="rId11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36.xml"/><Relationship Id="rId32" Type="http://schemas.openxmlformats.org/officeDocument/2006/relationships/slideLayout" Target="../slideLayouts/slideLayout44.xml"/><Relationship Id="rId37" Type="http://schemas.openxmlformats.org/officeDocument/2006/relationships/slideLayout" Target="../slideLayouts/slideLayout49.xml"/><Relationship Id="rId40" Type="http://schemas.openxmlformats.org/officeDocument/2006/relationships/slideLayout" Target="../slideLayouts/slideLayout52.xml"/><Relationship Id="rId45" Type="http://schemas.openxmlformats.org/officeDocument/2006/relationships/slideLayout" Target="../slideLayouts/slideLayout57.xml"/><Relationship Id="rId53" Type="http://schemas.openxmlformats.org/officeDocument/2006/relationships/slideLayout" Target="../slideLayouts/slideLayout65.xml"/><Relationship Id="rId58" Type="http://schemas.openxmlformats.org/officeDocument/2006/relationships/slideLayout" Target="../slideLayouts/slideLayout70.xml"/><Relationship Id="rId66" Type="http://schemas.openxmlformats.org/officeDocument/2006/relationships/slideLayout" Target="../slideLayouts/slideLayout78.xml"/><Relationship Id="rId5" Type="http://schemas.openxmlformats.org/officeDocument/2006/relationships/slideLayout" Target="../slideLayouts/slideLayout17.xml"/><Relationship Id="rId61" Type="http://schemas.openxmlformats.org/officeDocument/2006/relationships/slideLayout" Target="../slideLayouts/slideLayout73.xml"/><Relationship Id="rId19" Type="http://schemas.openxmlformats.org/officeDocument/2006/relationships/slideLayout" Target="../slideLayouts/slideLayout31.xml"/><Relationship Id="rId14" Type="http://schemas.openxmlformats.org/officeDocument/2006/relationships/slideLayout" Target="../slideLayouts/slideLayout26.xml"/><Relationship Id="rId22" Type="http://schemas.openxmlformats.org/officeDocument/2006/relationships/slideLayout" Target="../slideLayouts/slideLayout34.xml"/><Relationship Id="rId27" Type="http://schemas.openxmlformats.org/officeDocument/2006/relationships/slideLayout" Target="../slideLayouts/slideLayout39.xml"/><Relationship Id="rId30" Type="http://schemas.openxmlformats.org/officeDocument/2006/relationships/slideLayout" Target="../slideLayouts/slideLayout42.xml"/><Relationship Id="rId35" Type="http://schemas.openxmlformats.org/officeDocument/2006/relationships/slideLayout" Target="../slideLayouts/slideLayout47.xml"/><Relationship Id="rId43" Type="http://schemas.openxmlformats.org/officeDocument/2006/relationships/slideLayout" Target="../slideLayouts/slideLayout55.xml"/><Relationship Id="rId48" Type="http://schemas.openxmlformats.org/officeDocument/2006/relationships/slideLayout" Target="../slideLayouts/slideLayout60.xml"/><Relationship Id="rId56" Type="http://schemas.openxmlformats.org/officeDocument/2006/relationships/slideLayout" Target="../slideLayouts/slideLayout68.xml"/><Relationship Id="rId64" Type="http://schemas.openxmlformats.org/officeDocument/2006/relationships/slideLayout" Target="../slideLayouts/slideLayout76.xml"/><Relationship Id="rId69" Type="http://schemas.openxmlformats.org/officeDocument/2006/relationships/slideLayout" Target="../slideLayouts/slideLayout81.xml"/><Relationship Id="rId8" Type="http://schemas.openxmlformats.org/officeDocument/2006/relationships/slideLayout" Target="../slideLayouts/slideLayout20.xml"/><Relationship Id="rId51" Type="http://schemas.openxmlformats.org/officeDocument/2006/relationships/slideLayout" Target="../slideLayouts/slideLayout63.xml"/><Relationship Id="rId72" Type="http://schemas.openxmlformats.org/officeDocument/2006/relationships/slideLayout" Target="../slideLayouts/slideLayout84.xml"/><Relationship Id="rId3" Type="http://schemas.openxmlformats.org/officeDocument/2006/relationships/slideLayout" Target="../slideLayouts/slideLayout15.xml"/><Relationship Id="rId12" Type="http://schemas.openxmlformats.org/officeDocument/2006/relationships/slideLayout" Target="../slideLayouts/slideLayout24.xml"/><Relationship Id="rId17" Type="http://schemas.openxmlformats.org/officeDocument/2006/relationships/slideLayout" Target="../slideLayouts/slideLayout29.xml"/><Relationship Id="rId25" Type="http://schemas.openxmlformats.org/officeDocument/2006/relationships/slideLayout" Target="../slideLayouts/slideLayout37.xml"/><Relationship Id="rId33" Type="http://schemas.openxmlformats.org/officeDocument/2006/relationships/slideLayout" Target="../slideLayouts/slideLayout45.xml"/><Relationship Id="rId38" Type="http://schemas.openxmlformats.org/officeDocument/2006/relationships/slideLayout" Target="../slideLayouts/slideLayout50.xml"/><Relationship Id="rId46" Type="http://schemas.openxmlformats.org/officeDocument/2006/relationships/slideLayout" Target="../slideLayouts/slideLayout58.xml"/><Relationship Id="rId59" Type="http://schemas.openxmlformats.org/officeDocument/2006/relationships/slideLayout" Target="../slideLayouts/slideLayout71.xml"/><Relationship Id="rId67" Type="http://schemas.openxmlformats.org/officeDocument/2006/relationships/slideLayout" Target="../slideLayouts/slideLayout79.xml"/><Relationship Id="rId20" Type="http://schemas.openxmlformats.org/officeDocument/2006/relationships/slideLayout" Target="../slideLayouts/slideLayout32.xml"/><Relationship Id="rId41" Type="http://schemas.openxmlformats.org/officeDocument/2006/relationships/slideLayout" Target="../slideLayouts/slideLayout53.xml"/><Relationship Id="rId54" Type="http://schemas.openxmlformats.org/officeDocument/2006/relationships/slideLayout" Target="../slideLayouts/slideLayout66.xml"/><Relationship Id="rId62" Type="http://schemas.openxmlformats.org/officeDocument/2006/relationships/slideLayout" Target="../slideLayouts/slideLayout74.xml"/><Relationship Id="rId70" Type="http://schemas.openxmlformats.org/officeDocument/2006/relationships/slideLayout" Target="../slideLayouts/slideLayout82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5" Type="http://schemas.openxmlformats.org/officeDocument/2006/relationships/slideLayout" Target="../slideLayouts/slideLayout27.xml"/><Relationship Id="rId23" Type="http://schemas.openxmlformats.org/officeDocument/2006/relationships/slideLayout" Target="../slideLayouts/slideLayout35.xml"/><Relationship Id="rId28" Type="http://schemas.openxmlformats.org/officeDocument/2006/relationships/slideLayout" Target="../slideLayouts/slideLayout40.xml"/><Relationship Id="rId36" Type="http://schemas.openxmlformats.org/officeDocument/2006/relationships/slideLayout" Target="../slideLayouts/slideLayout48.xml"/><Relationship Id="rId49" Type="http://schemas.openxmlformats.org/officeDocument/2006/relationships/slideLayout" Target="../slideLayouts/slideLayout61.xml"/><Relationship Id="rId57" Type="http://schemas.openxmlformats.org/officeDocument/2006/relationships/slideLayout" Target="../slideLayouts/slideLayout69.xml"/><Relationship Id="rId10" Type="http://schemas.openxmlformats.org/officeDocument/2006/relationships/slideLayout" Target="../slideLayouts/slideLayout22.xml"/><Relationship Id="rId31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56.xml"/><Relationship Id="rId52" Type="http://schemas.openxmlformats.org/officeDocument/2006/relationships/slideLayout" Target="../slideLayouts/slideLayout64.xml"/><Relationship Id="rId60" Type="http://schemas.openxmlformats.org/officeDocument/2006/relationships/slideLayout" Target="../slideLayouts/slideLayout72.xml"/><Relationship Id="rId65" Type="http://schemas.openxmlformats.org/officeDocument/2006/relationships/slideLayout" Target="../slideLayouts/slideLayout77.xml"/><Relationship Id="rId73" Type="http://schemas.openxmlformats.org/officeDocument/2006/relationships/theme" Target="../theme/theme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Relationship Id="rId13" Type="http://schemas.openxmlformats.org/officeDocument/2006/relationships/slideLayout" Target="../slideLayouts/slideLayout25.xml"/><Relationship Id="rId18" Type="http://schemas.openxmlformats.org/officeDocument/2006/relationships/slideLayout" Target="../slideLayouts/slideLayout30.xml"/><Relationship Id="rId39" Type="http://schemas.openxmlformats.org/officeDocument/2006/relationships/slideLayout" Target="../slideLayouts/slideLayout51.xml"/><Relationship Id="rId34" Type="http://schemas.openxmlformats.org/officeDocument/2006/relationships/slideLayout" Target="../slideLayouts/slideLayout46.xml"/><Relationship Id="rId50" Type="http://schemas.openxmlformats.org/officeDocument/2006/relationships/slideLayout" Target="../slideLayouts/slideLayout62.xml"/><Relationship Id="rId55" Type="http://schemas.openxmlformats.org/officeDocument/2006/relationships/slideLayout" Target="../slideLayouts/slideLayout67.xml"/><Relationship Id="rId7" Type="http://schemas.openxmlformats.org/officeDocument/2006/relationships/slideLayout" Target="../slideLayouts/slideLayout19.xml"/><Relationship Id="rId71" Type="http://schemas.openxmlformats.org/officeDocument/2006/relationships/slideLayout" Target="../slideLayouts/slideLayout8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60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2" r:id="rId13"/>
    <p:sldLayoutId id="2147483673" r:id="rId14"/>
    <p:sldLayoutId id="2147483674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  <p:sldLayoutId id="2147483685" r:id="rId25"/>
    <p:sldLayoutId id="2147483686" r:id="rId26"/>
    <p:sldLayoutId id="2147483687" r:id="rId27"/>
    <p:sldLayoutId id="2147483688" r:id="rId28"/>
    <p:sldLayoutId id="2147483689" r:id="rId29"/>
    <p:sldLayoutId id="2147483690" r:id="rId30"/>
    <p:sldLayoutId id="2147483691" r:id="rId31"/>
    <p:sldLayoutId id="2147483692" r:id="rId32"/>
    <p:sldLayoutId id="2147483693" r:id="rId33"/>
    <p:sldLayoutId id="2147483694" r:id="rId34"/>
    <p:sldLayoutId id="2147483695" r:id="rId35"/>
    <p:sldLayoutId id="2147483696" r:id="rId36"/>
    <p:sldLayoutId id="2147483697" r:id="rId37"/>
    <p:sldLayoutId id="2147483698" r:id="rId38"/>
    <p:sldLayoutId id="2147483699" r:id="rId39"/>
    <p:sldLayoutId id="2147483700" r:id="rId40"/>
    <p:sldLayoutId id="2147483702" r:id="rId41"/>
    <p:sldLayoutId id="2147483703" r:id="rId42"/>
    <p:sldLayoutId id="2147483704" r:id="rId43"/>
    <p:sldLayoutId id="2147483705" r:id="rId44"/>
    <p:sldLayoutId id="2147483706" r:id="rId45"/>
    <p:sldLayoutId id="2147483707" r:id="rId46"/>
    <p:sldLayoutId id="2147483708" r:id="rId47"/>
    <p:sldLayoutId id="2147483709" r:id="rId48"/>
    <p:sldLayoutId id="2147483710" r:id="rId49"/>
    <p:sldLayoutId id="2147483711" r:id="rId50"/>
    <p:sldLayoutId id="2147483712" r:id="rId51"/>
    <p:sldLayoutId id="2147483713" r:id="rId52"/>
    <p:sldLayoutId id="2147483714" r:id="rId53"/>
    <p:sldLayoutId id="2147483715" r:id="rId54"/>
    <p:sldLayoutId id="2147483717" r:id="rId55"/>
    <p:sldLayoutId id="2147483718" r:id="rId56"/>
    <p:sldLayoutId id="2147483719" r:id="rId57"/>
    <p:sldLayoutId id="2147483720" r:id="rId58"/>
    <p:sldLayoutId id="2147483721" r:id="rId59"/>
    <p:sldLayoutId id="2147483722" r:id="rId60"/>
    <p:sldLayoutId id="2147483723" r:id="rId61"/>
    <p:sldLayoutId id="2147483724" r:id="rId62"/>
    <p:sldLayoutId id="2147483725" r:id="rId63"/>
    <p:sldLayoutId id="2147483726" r:id="rId64"/>
    <p:sldLayoutId id="2147483727" r:id="rId65"/>
    <p:sldLayoutId id="2147483728" r:id="rId66"/>
    <p:sldLayoutId id="2147483729" r:id="rId67"/>
    <p:sldLayoutId id="2147483730" r:id="rId68"/>
    <p:sldLayoutId id="2147483731" r:id="rId69"/>
    <p:sldLayoutId id="2147483732" r:id="rId70"/>
    <p:sldLayoutId id="2147483733" r:id="rId71"/>
    <p:sldLayoutId id="2147483734" r:id="rId7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pos="125">
          <p15:clr>
            <a:srgbClr val="E46962"/>
          </p15:clr>
        </p15:guide>
        <p15:guide id="2" pos="470">
          <p15:clr>
            <a:srgbClr val="E46962"/>
          </p15:clr>
        </p15:guide>
        <p15:guide id="3" pos="594">
          <p15:clr>
            <a:srgbClr val="E46962"/>
          </p15:clr>
        </p15:guide>
        <p15:guide id="4" pos="939">
          <p15:clr>
            <a:srgbClr val="E46962"/>
          </p15:clr>
        </p15:guide>
        <p15:guide id="5" pos="1064">
          <p15:clr>
            <a:srgbClr val="E46962"/>
          </p15:clr>
        </p15:guide>
        <p15:guide id="6" pos="1409">
          <p15:clr>
            <a:srgbClr val="E46962"/>
          </p15:clr>
        </p15:guide>
        <p15:guide id="7" pos="1534">
          <p15:clr>
            <a:srgbClr val="E46962"/>
          </p15:clr>
        </p15:guide>
        <p15:guide id="8" pos="1878">
          <p15:clr>
            <a:srgbClr val="E46962"/>
          </p15:clr>
        </p15:guide>
        <p15:guide id="9" pos="2003">
          <p15:clr>
            <a:srgbClr val="E46962"/>
          </p15:clr>
        </p15:guide>
        <p15:guide id="10" pos="2348">
          <p15:clr>
            <a:srgbClr val="E46962"/>
          </p15:clr>
        </p15:guide>
        <p15:guide id="11" pos="2473">
          <p15:clr>
            <a:srgbClr val="E46962"/>
          </p15:clr>
        </p15:guide>
        <p15:guide id="12" pos="2818">
          <p15:clr>
            <a:srgbClr val="E46962"/>
          </p15:clr>
        </p15:guide>
        <p15:guide id="13" pos="2942">
          <p15:clr>
            <a:srgbClr val="E46962"/>
          </p15:clr>
        </p15:guide>
        <p15:guide id="14" pos="3287">
          <p15:clr>
            <a:srgbClr val="E46962"/>
          </p15:clr>
        </p15:guide>
        <p15:guide id="15" pos="3412">
          <p15:clr>
            <a:srgbClr val="E46962"/>
          </p15:clr>
        </p15:guide>
        <p15:guide id="16" pos="3757">
          <p15:clr>
            <a:srgbClr val="E46962"/>
          </p15:clr>
        </p15:guide>
        <p15:guide id="17" pos="3882">
          <p15:clr>
            <a:srgbClr val="E46962"/>
          </p15:clr>
        </p15:guide>
        <p15:guide id="18" pos="4226">
          <p15:clr>
            <a:srgbClr val="E46962"/>
          </p15:clr>
        </p15:guide>
        <p15:guide id="19" pos="4351">
          <p15:clr>
            <a:srgbClr val="E46962"/>
          </p15:clr>
        </p15:guide>
        <p15:guide id="20" pos="4696">
          <p15:clr>
            <a:srgbClr val="E46962"/>
          </p15:clr>
        </p15:guide>
        <p15:guide id="21" pos="4821">
          <p15:clr>
            <a:srgbClr val="E46962"/>
          </p15:clr>
        </p15:guide>
        <p15:guide id="22" pos="5166">
          <p15:clr>
            <a:srgbClr val="E46962"/>
          </p15:clr>
        </p15:guide>
        <p15:guide id="23" pos="5290">
          <p15:clr>
            <a:srgbClr val="E46962"/>
          </p15:clr>
        </p15:guide>
        <p15:guide id="24" pos="5635">
          <p15:clr>
            <a:srgbClr val="E46962"/>
          </p15:clr>
        </p15:guide>
        <p15:guide id="25" orient="horz" pos="125">
          <p15:clr>
            <a:srgbClr val="E46962"/>
          </p15:clr>
        </p15:guide>
        <p15:guide id="26" orient="horz" pos="2991">
          <p15:clr>
            <a:srgbClr val="E46962"/>
          </p15:clr>
        </p15:guide>
        <p15:guide id="27" orient="horz" pos="1495">
          <p15:clr>
            <a:srgbClr val="E46962"/>
          </p15:clr>
        </p15:guide>
        <p15:guide id="28" orient="horz" pos="1620">
          <p15:clr>
            <a:srgbClr val="E46962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4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22.png"/><Relationship Id="rId7" Type="http://schemas.openxmlformats.org/officeDocument/2006/relationships/image" Target="../media/image2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4.xml"/><Relationship Id="rId6" Type="http://schemas.openxmlformats.org/officeDocument/2006/relationships/image" Target="../media/image25.png"/><Relationship Id="rId11" Type="http://schemas.openxmlformats.org/officeDocument/2006/relationships/image" Target="../media/image30.svg"/><Relationship Id="rId5" Type="http://schemas.openxmlformats.org/officeDocument/2006/relationships/image" Target="../media/image24.png"/><Relationship Id="rId10" Type="http://schemas.openxmlformats.org/officeDocument/2006/relationships/image" Target="../media/image29.png"/><Relationship Id="rId4" Type="http://schemas.openxmlformats.org/officeDocument/2006/relationships/image" Target="../media/image23.png"/><Relationship Id="rId9" Type="http://schemas.openxmlformats.org/officeDocument/2006/relationships/image" Target="../media/image28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13" Type="http://schemas.openxmlformats.org/officeDocument/2006/relationships/image" Target="../media/image39.png"/><Relationship Id="rId18" Type="http://schemas.openxmlformats.org/officeDocument/2006/relationships/image" Target="../media/image42.png"/><Relationship Id="rId3" Type="http://schemas.openxmlformats.org/officeDocument/2006/relationships/image" Target="../media/image22.png"/><Relationship Id="rId7" Type="http://schemas.openxmlformats.org/officeDocument/2006/relationships/image" Target="../media/image34.png"/><Relationship Id="rId12" Type="http://schemas.openxmlformats.org/officeDocument/2006/relationships/image" Target="../media/image38.png"/><Relationship Id="rId17" Type="http://schemas.openxmlformats.org/officeDocument/2006/relationships/image" Target="../media/image41.png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26.png"/><Relationship Id="rId1" Type="http://schemas.openxmlformats.org/officeDocument/2006/relationships/slideLayout" Target="../slideLayouts/slideLayout34.xml"/><Relationship Id="rId6" Type="http://schemas.openxmlformats.org/officeDocument/2006/relationships/image" Target="../media/image33.png"/><Relationship Id="rId11" Type="http://schemas.openxmlformats.org/officeDocument/2006/relationships/image" Target="../media/image37.png"/><Relationship Id="rId5" Type="http://schemas.openxmlformats.org/officeDocument/2006/relationships/image" Target="../media/image32.png"/><Relationship Id="rId15" Type="http://schemas.openxmlformats.org/officeDocument/2006/relationships/image" Target="../media/image24.png"/><Relationship Id="rId10" Type="http://schemas.openxmlformats.org/officeDocument/2006/relationships/image" Target="../media/image36.png"/><Relationship Id="rId4" Type="http://schemas.openxmlformats.org/officeDocument/2006/relationships/image" Target="../media/image31.png"/><Relationship Id="rId9" Type="http://schemas.openxmlformats.org/officeDocument/2006/relationships/image" Target="../media/image23.png"/><Relationship Id="rId14" Type="http://schemas.openxmlformats.org/officeDocument/2006/relationships/image" Target="../media/image40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png"/><Relationship Id="rId3" Type="http://schemas.openxmlformats.org/officeDocument/2006/relationships/image" Target="../media/image22.png"/><Relationship Id="rId7" Type="http://schemas.openxmlformats.org/officeDocument/2006/relationships/image" Target="../media/image3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4.xml"/><Relationship Id="rId6" Type="http://schemas.openxmlformats.org/officeDocument/2006/relationships/image" Target="../media/image24.png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4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33.png"/><Relationship Id="rId7" Type="http://schemas.openxmlformats.org/officeDocument/2006/relationships/image" Target="../media/image2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4.xml"/><Relationship Id="rId6" Type="http://schemas.openxmlformats.org/officeDocument/2006/relationships/image" Target="../media/image35.png"/><Relationship Id="rId5" Type="http://schemas.openxmlformats.org/officeDocument/2006/relationships/image" Target="../media/image22.png"/><Relationship Id="rId10" Type="http://schemas.openxmlformats.org/officeDocument/2006/relationships/image" Target="../media/image42.png"/><Relationship Id="rId4" Type="http://schemas.openxmlformats.org/officeDocument/2006/relationships/image" Target="../media/image24.png"/><Relationship Id="rId9" Type="http://schemas.openxmlformats.org/officeDocument/2006/relationships/image" Target="../media/image36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34.xml"/><Relationship Id="rId4" Type="http://schemas.openxmlformats.org/officeDocument/2006/relationships/image" Target="../media/image42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13" Type="http://schemas.openxmlformats.org/officeDocument/2006/relationships/image" Target="../media/image45.png"/><Relationship Id="rId18" Type="http://schemas.openxmlformats.org/officeDocument/2006/relationships/image" Target="../media/image32.png"/><Relationship Id="rId3" Type="http://schemas.openxmlformats.org/officeDocument/2006/relationships/image" Target="../media/image22.png"/><Relationship Id="rId7" Type="http://schemas.openxmlformats.org/officeDocument/2006/relationships/image" Target="../media/image24.png"/><Relationship Id="rId12" Type="http://schemas.openxmlformats.org/officeDocument/2006/relationships/image" Target="../media/image44.png"/><Relationship Id="rId17" Type="http://schemas.openxmlformats.org/officeDocument/2006/relationships/image" Target="../media/image27.png"/><Relationship Id="rId2" Type="http://schemas.openxmlformats.org/officeDocument/2006/relationships/notesSlide" Target="../notesSlides/notesSlide9.xml"/><Relationship Id="rId16" Type="http://schemas.openxmlformats.org/officeDocument/2006/relationships/image" Target="../media/image47.png"/><Relationship Id="rId1" Type="http://schemas.openxmlformats.org/officeDocument/2006/relationships/slideLayout" Target="../slideLayouts/slideLayout34.xml"/><Relationship Id="rId6" Type="http://schemas.openxmlformats.org/officeDocument/2006/relationships/image" Target="../media/image23.png"/><Relationship Id="rId11" Type="http://schemas.openxmlformats.org/officeDocument/2006/relationships/image" Target="../media/image43.png"/><Relationship Id="rId5" Type="http://schemas.openxmlformats.org/officeDocument/2006/relationships/image" Target="../media/image35.png"/><Relationship Id="rId15" Type="http://schemas.openxmlformats.org/officeDocument/2006/relationships/image" Target="../media/image26.png"/><Relationship Id="rId10" Type="http://schemas.openxmlformats.org/officeDocument/2006/relationships/image" Target="../media/image31.png"/><Relationship Id="rId19" Type="http://schemas.openxmlformats.org/officeDocument/2006/relationships/image" Target="../media/image42.png"/><Relationship Id="rId4" Type="http://schemas.openxmlformats.org/officeDocument/2006/relationships/image" Target="../media/image33.png"/><Relationship Id="rId9" Type="http://schemas.openxmlformats.org/officeDocument/2006/relationships/image" Target="../media/image36.png"/><Relationship Id="rId14" Type="http://schemas.openxmlformats.org/officeDocument/2006/relationships/image" Target="../media/image46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image" Target="../media/image22.png"/><Relationship Id="rId7" Type="http://schemas.openxmlformats.org/officeDocument/2006/relationships/image" Target="../media/image3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4.xml"/><Relationship Id="rId6" Type="http://schemas.openxmlformats.org/officeDocument/2006/relationships/image" Target="../media/image23.png"/><Relationship Id="rId5" Type="http://schemas.openxmlformats.org/officeDocument/2006/relationships/image" Target="../media/image27.png"/><Relationship Id="rId10" Type="http://schemas.openxmlformats.org/officeDocument/2006/relationships/image" Target="../media/image45.png"/><Relationship Id="rId4" Type="http://schemas.openxmlformats.org/officeDocument/2006/relationships/image" Target="../media/image47.png"/><Relationship Id="rId9" Type="http://schemas.openxmlformats.org/officeDocument/2006/relationships/image" Target="../media/image4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83.xml"/><Relationship Id="rId6" Type="http://schemas.openxmlformats.org/officeDocument/2006/relationships/image" Target="../media/image51.gif"/><Relationship Id="rId5" Type="http://schemas.openxmlformats.org/officeDocument/2006/relationships/image" Target="../media/image50.png"/><Relationship Id="rId4" Type="http://schemas.openxmlformats.org/officeDocument/2006/relationships/image" Target="../media/image49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" name="Google Shape;627;p90"/>
          <p:cNvSpPr txBox="1">
            <a:spLocks noGrp="1"/>
          </p:cNvSpPr>
          <p:nvPr>
            <p:ph type="title"/>
          </p:nvPr>
        </p:nvSpPr>
        <p:spPr>
          <a:xfrm>
            <a:off x="198000" y="1506075"/>
            <a:ext cx="5766000" cy="529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dirty="0">
                <a:highlight>
                  <a:srgbClr val="FF6745"/>
                </a:highlight>
                <a:latin typeface="Inter SemiBold"/>
                <a:ea typeface="Inter SemiBold"/>
                <a:cs typeface="Inter SemiBold"/>
                <a:sym typeface="Inter SemiBold"/>
              </a:rPr>
              <a:t>DATA ENGINEER</a:t>
            </a:r>
            <a:endParaRPr dirty="0"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628" name="Google Shape;628;p90"/>
          <p:cNvSpPr txBox="1">
            <a:spLocks noGrp="1"/>
          </p:cNvSpPr>
          <p:nvPr>
            <p:ph type="title" idx="2"/>
          </p:nvPr>
        </p:nvSpPr>
        <p:spPr>
          <a:xfrm>
            <a:off x="198000" y="198000"/>
            <a:ext cx="5918400" cy="1242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b="1" dirty="0">
                <a:latin typeface="Work Sans"/>
                <a:ea typeface="Work Sans"/>
                <a:cs typeface="Work Sans"/>
                <a:sym typeface="Work Sans"/>
              </a:rPr>
              <a:t>Defence of</a:t>
            </a:r>
            <a:endParaRPr b="1" dirty="0">
              <a:latin typeface="Work Sans"/>
              <a:ea typeface="Work Sans"/>
              <a:cs typeface="Work Sans"/>
              <a:sym typeface="Work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b="1" dirty="0">
                <a:solidFill>
                  <a:schemeClr val="lt2"/>
                </a:solidFill>
                <a:latin typeface="Work Sans"/>
                <a:ea typeface="Work Sans"/>
                <a:cs typeface="Work Sans"/>
                <a:sym typeface="Work Sans"/>
              </a:rPr>
              <a:t>Job Market Project 2026</a:t>
            </a:r>
            <a:endParaRPr b="1" dirty="0">
              <a:solidFill>
                <a:schemeClr val="lt2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2">
          <a:extLst>
            <a:ext uri="{FF2B5EF4-FFF2-40B4-BE49-F238E27FC236}">
              <a16:creationId xmlns:a16="http://schemas.microsoft.com/office/drawing/2014/main" id="{153FF118-5BF2-54C9-49B7-D55F38C9AB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Google Shape;633;p91">
            <a:extLst>
              <a:ext uri="{FF2B5EF4-FFF2-40B4-BE49-F238E27FC236}">
                <a16:creationId xmlns:a16="http://schemas.microsoft.com/office/drawing/2014/main" id="{F86E09FE-D9E4-A375-07F2-5FC012A39A4A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549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>
                <a:latin typeface="Work Sans"/>
                <a:ea typeface="Work Sans"/>
                <a:cs typeface="Work Sans"/>
                <a:sym typeface="Work Sans"/>
              </a:rPr>
              <a:t>Motivation &amp; Objectives</a:t>
            </a:r>
            <a:endParaRPr sz="1500" dirty="0">
              <a:solidFill>
                <a:schemeClr val="dk2"/>
              </a:solidFill>
            </a:endParaRPr>
          </a:p>
        </p:txBody>
      </p:sp>
      <p:pic>
        <p:nvPicPr>
          <p:cNvPr id="640" name="Google Shape;640;p91" title="Fichier 20.png">
            <a:extLst>
              <a:ext uri="{FF2B5EF4-FFF2-40B4-BE49-F238E27FC236}">
                <a16:creationId xmlns:a16="http://schemas.microsoft.com/office/drawing/2014/main" id="{043CDD73-932C-53F0-5FFB-7F01798092DB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2">
            <a:off x="7792129" y="-860609"/>
            <a:ext cx="4282176" cy="2117219"/>
          </a:xfrm>
          <a:prstGeom prst="rect">
            <a:avLst/>
          </a:prstGeom>
          <a:noFill/>
          <a:ln>
            <a:noFill/>
          </a:ln>
        </p:spPr>
      </p:pic>
      <p:pic>
        <p:nvPicPr>
          <p:cNvPr id="641" name="Google Shape;641;p91" title="Fichier 20.png">
            <a:extLst>
              <a:ext uri="{FF2B5EF4-FFF2-40B4-BE49-F238E27FC236}">
                <a16:creationId xmlns:a16="http://schemas.microsoft.com/office/drawing/2014/main" id="{1087780C-7F2F-998D-C44D-E7DF20CCC24D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r="55255"/>
          <a:stretch/>
        </p:blipFill>
        <p:spPr>
          <a:xfrm rot="5400000">
            <a:off x="7892662" y="3745888"/>
            <a:ext cx="1916151" cy="2117225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3480687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2">
          <a:extLst>
            <a:ext uri="{FF2B5EF4-FFF2-40B4-BE49-F238E27FC236}">
              <a16:creationId xmlns:a16="http://schemas.microsoft.com/office/drawing/2014/main" id="{30460230-DC4A-FBDA-D54A-FCB81BE004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Rectangle 49">
            <a:extLst>
              <a:ext uri="{FF2B5EF4-FFF2-40B4-BE49-F238E27FC236}">
                <a16:creationId xmlns:a16="http://schemas.microsoft.com/office/drawing/2014/main" id="{FF5FF86D-7528-C5BE-FEEB-F35CD53B0B11}"/>
              </a:ext>
            </a:extLst>
          </p:cNvPr>
          <p:cNvSpPr/>
          <p:nvPr/>
        </p:nvSpPr>
        <p:spPr>
          <a:xfrm>
            <a:off x="709544" y="1447339"/>
            <a:ext cx="7664173" cy="198285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aphicFrame>
        <p:nvGraphicFramePr>
          <p:cNvPr id="17" name="Table 16">
            <a:extLst>
              <a:ext uri="{FF2B5EF4-FFF2-40B4-BE49-F238E27FC236}">
                <a16:creationId xmlns:a16="http://schemas.microsoft.com/office/drawing/2014/main" id="{8CB0A6E1-73E1-2370-D612-F3084943BAA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98127650"/>
              </p:ext>
            </p:extLst>
          </p:nvPr>
        </p:nvGraphicFramePr>
        <p:xfrm>
          <a:off x="770725" y="1539702"/>
          <a:ext cx="7523035" cy="179771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4607">
                  <a:extLst>
                    <a:ext uri="{9D8B030D-6E8A-4147-A177-3AD203B41FA5}">
                      <a16:colId xmlns:a16="http://schemas.microsoft.com/office/drawing/2014/main" val="42408300"/>
                    </a:ext>
                  </a:extLst>
                </a:gridCol>
                <a:gridCol w="1504607">
                  <a:extLst>
                    <a:ext uri="{9D8B030D-6E8A-4147-A177-3AD203B41FA5}">
                      <a16:colId xmlns:a16="http://schemas.microsoft.com/office/drawing/2014/main" val="4207326481"/>
                    </a:ext>
                  </a:extLst>
                </a:gridCol>
                <a:gridCol w="1504607">
                  <a:extLst>
                    <a:ext uri="{9D8B030D-6E8A-4147-A177-3AD203B41FA5}">
                      <a16:colId xmlns:a16="http://schemas.microsoft.com/office/drawing/2014/main" val="4011442136"/>
                    </a:ext>
                  </a:extLst>
                </a:gridCol>
                <a:gridCol w="1504607">
                  <a:extLst>
                    <a:ext uri="{9D8B030D-6E8A-4147-A177-3AD203B41FA5}">
                      <a16:colId xmlns:a16="http://schemas.microsoft.com/office/drawing/2014/main" val="1579474570"/>
                    </a:ext>
                  </a:extLst>
                </a:gridCol>
                <a:gridCol w="1504607">
                  <a:extLst>
                    <a:ext uri="{9D8B030D-6E8A-4147-A177-3AD203B41FA5}">
                      <a16:colId xmlns:a16="http://schemas.microsoft.com/office/drawing/2014/main" val="2907646003"/>
                    </a:ext>
                  </a:extLst>
                </a:gridCol>
              </a:tblGrid>
              <a:tr h="599237">
                <a:tc>
                  <a:txBody>
                    <a:bodyPr/>
                    <a:lstStyle/>
                    <a:p>
                      <a:r>
                        <a:rPr lang="en-US" dirty="0"/>
                        <a:t>Frontend</a:t>
                      </a:r>
                    </a:p>
                  </a:txBody>
                  <a:tcPr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Backend</a:t>
                      </a:r>
                    </a:p>
                  </a:txBody>
                  <a:tcPr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Data</a:t>
                      </a:r>
                    </a:p>
                  </a:txBody>
                  <a:tcPr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Workflow</a:t>
                      </a:r>
                    </a:p>
                  </a:txBody>
                  <a:tcPr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Monitoring</a:t>
                      </a:r>
                    </a:p>
                  </a:txBody>
                  <a:tcPr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59655577"/>
                  </a:ext>
                </a:extLst>
              </a:tr>
              <a:tr h="59923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9314828"/>
                  </a:ext>
                </a:extLst>
              </a:tr>
              <a:tr h="599237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50848736"/>
                  </a:ext>
                </a:extLst>
              </a:tr>
            </a:tbl>
          </a:graphicData>
        </a:graphic>
      </p:graphicFrame>
      <p:sp>
        <p:nvSpPr>
          <p:cNvPr id="32" name="Rectangle 31">
            <a:extLst>
              <a:ext uri="{FF2B5EF4-FFF2-40B4-BE49-F238E27FC236}">
                <a16:creationId xmlns:a16="http://schemas.microsoft.com/office/drawing/2014/main" id="{4E1C042B-B55F-8898-B5E6-C98C34B21286}"/>
              </a:ext>
            </a:extLst>
          </p:cNvPr>
          <p:cNvSpPr/>
          <p:nvPr/>
        </p:nvSpPr>
        <p:spPr>
          <a:xfrm>
            <a:off x="889326" y="2270139"/>
            <a:ext cx="1265724" cy="333722"/>
          </a:xfrm>
          <a:prstGeom prst="rect">
            <a:avLst/>
          </a:prstGeom>
          <a:solidFill>
            <a:schemeClr val="bg1">
              <a:alpha val="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9718E242-7BE0-85F6-4AC0-F97166A6C6E5}"/>
              </a:ext>
            </a:extLst>
          </p:cNvPr>
          <p:cNvSpPr/>
          <p:nvPr/>
        </p:nvSpPr>
        <p:spPr>
          <a:xfrm>
            <a:off x="2392249" y="2270139"/>
            <a:ext cx="1265724" cy="333722"/>
          </a:xfrm>
          <a:prstGeom prst="rect">
            <a:avLst/>
          </a:prstGeom>
          <a:solidFill>
            <a:schemeClr val="bg1">
              <a:alpha val="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5EFEC2DF-1561-D453-9750-35163361AE45}"/>
              </a:ext>
            </a:extLst>
          </p:cNvPr>
          <p:cNvSpPr/>
          <p:nvPr/>
        </p:nvSpPr>
        <p:spPr>
          <a:xfrm>
            <a:off x="3903593" y="2270139"/>
            <a:ext cx="1265724" cy="333722"/>
          </a:xfrm>
          <a:prstGeom prst="rect">
            <a:avLst/>
          </a:prstGeom>
          <a:solidFill>
            <a:schemeClr val="bg1">
              <a:alpha val="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F2B20746-9E81-C098-D2AB-5C1D9B27EF68}"/>
              </a:ext>
            </a:extLst>
          </p:cNvPr>
          <p:cNvSpPr/>
          <p:nvPr/>
        </p:nvSpPr>
        <p:spPr>
          <a:xfrm>
            <a:off x="5406516" y="2270139"/>
            <a:ext cx="1265724" cy="333722"/>
          </a:xfrm>
          <a:prstGeom prst="rect">
            <a:avLst/>
          </a:prstGeom>
          <a:solidFill>
            <a:schemeClr val="bg1">
              <a:alpha val="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AD0056AC-D77C-7CE2-4EB4-119DA7E73BB1}"/>
              </a:ext>
            </a:extLst>
          </p:cNvPr>
          <p:cNvSpPr/>
          <p:nvPr/>
        </p:nvSpPr>
        <p:spPr>
          <a:xfrm>
            <a:off x="6909439" y="2270139"/>
            <a:ext cx="1265724" cy="333722"/>
          </a:xfrm>
          <a:prstGeom prst="rect">
            <a:avLst/>
          </a:prstGeom>
          <a:solidFill>
            <a:schemeClr val="bg1">
              <a:alpha val="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24C5AB23-BD00-07B3-BEA9-B076EFF3CC93}"/>
              </a:ext>
            </a:extLst>
          </p:cNvPr>
          <p:cNvSpPr/>
          <p:nvPr/>
        </p:nvSpPr>
        <p:spPr>
          <a:xfrm>
            <a:off x="889326" y="2867703"/>
            <a:ext cx="1265724" cy="333722"/>
          </a:xfrm>
          <a:prstGeom prst="rect">
            <a:avLst/>
          </a:prstGeom>
          <a:solidFill>
            <a:schemeClr val="bg1">
              <a:alpha val="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6E0F8F97-60CF-5F87-0F83-B6AADDA0ADC6}"/>
              </a:ext>
            </a:extLst>
          </p:cNvPr>
          <p:cNvSpPr/>
          <p:nvPr/>
        </p:nvSpPr>
        <p:spPr>
          <a:xfrm>
            <a:off x="2392249" y="2867703"/>
            <a:ext cx="1265724" cy="333722"/>
          </a:xfrm>
          <a:prstGeom prst="rect">
            <a:avLst/>
          </a:prstGeom>
          <a:solidFill>
            <a:schemeClr val="bg1">
              <a:alpha val="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7FAF81BB-9BD9-1278-53A2-0C24827FE2C8}"/>
              </a:ext>
            </a:extLst>
          </p:cNvPr>
          <p:cNvSpPr/>
          <p:nvPr/>
        </p:nvSpPr>
        <p:spPr>
          <a:xfrm>
            <a:off x="3903593" y="2867703"/>
            <a:ext cx="1265724" cy="333722"/>
          </a:xfrm>
          <a:prstGeom prst="rect">
            <a:avLst/>
          </a:prstGeom>
          <a:solidFill>
            <a:schemeClr val="bg1">
              <a:alpha val="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E685F019-4642-F6E0-A84F-5C7C990BD0D8}"/>
              </a:ext>
            </a:extLst>
          </p:cNvPr>
          <p:cNvSpPr/>
          <p:nvPr/>
        </p:nvSpPr>
        <p:spPr>
          <a:xfrm>
            <a:off x="5406516" y="2867703"/>
            <a:ext cx="1265724" cy="333722"/>
          </a:xfrm>
          <a:prstGeom prst="rect">
            <a:avLst/>
          </a:prstGeom>
          <a:solidFill>
            <a:schemeClr val="bg1">
              <a:alpha val="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1D53DD0D-7034-40CB-6890-FC1BAAC4F535}"/>
              </a:ext>
            </a:extLst>
          </p:cNvPr>
          <p:cNvSpPr/>
          <p:nvPr/>
        </p:nvSpPr>
        <p:spPr>
          <a:xfrm>
            <a:off x="6909439" y="2867703"/>
            <a:ext cx="1265724" cy="333722"/>
          </a:xfrm>
          <a:prstGeom prst="rect">
            <a:avLst/>
          </a:prstGeom>
          <a:solidFill>
            <a:schemeClr val="bg1">
              <a:alpha val="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3" name="Google Shape;633;p91">
            <a:extLst>
              <a:ext uri="{FF2B5EF4-FFF2-40B4-BE49-F238E27FC236}">
                <a16:creationId xmlns:a16="http://schemas.microsoft.com/office/drawing/2014/main" id="{16F5A1E8-1EC5-BEC6-C35D-B44FA698FBFA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549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>
                <a:latin typeface="Work Sans"/>
                <a:ea typeface="Work Sans"/>
                <a:cs typeface="Work Sans"/>
                <a:sym typeface="Work Sans"/>
              </a:rPr>
              <a:t>Tech stack</a:t>
            </a:r>
            <a:endParaRPr sz="1500" dirty="0">
              <a:solidFill>
                <a:schemeClr val="dk2"/>
              </a:solidFill>
            </a:endParaRPr>
          </a:p>
        </p:txBody>
      </p:sp>
      <p:pic>
        <p:nvPicPr>
          <p:cNvPr id="640" name="Google Shape;640;p91" title="Fichier 20.png">
            <a:extLst>
              <a:ext uri="{FF2B5EF4-FFF2-40B4-BE49-F238E27FC236}">
                <a16:creationId xmlns:a16="http://schemas.microsoft.com/office/drawing/2014/main" id="{D07B7935-F342-9585-3BB0-8B5874807982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2">
            <a:off x="7792129" y="-860609"/>
            <a:ext cx="4282176" cy="2117219"/>
          </a:xfrm>
          <a:prstGeom prst="rect">
            <a:avLst/>
          </a:prstGeom>
          <a:noFill/>
          <a:ln>
            <a:noFill/>
          </a:ln>
        </p:spPr>
      </p:pic>
      <p:pic>
        <p:nvPicPr>
          <p:cNvPr id="641" name="Google Shape;641;p91" title="Fichier 20.png">
            <a:extLst>
              <a:ext uri="{FF2B5EF4-FFF2-40B4-BE49-F238E27FC236}">
                <a16:creationId xmlns:a16="http://schemas.microsoft.com/office/drawing/2014/main" id="{F5467453-AF2A-A5D1-0386-ADBFE3BA631D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r="55255"/>
          <a:stretch/>
        </p:blipFill>
        <p:spPr>
          <a:xfrm rot="5400000">
            <a:off x="7892662" y="3745888"/>
            <a:ext cx="1916151" cy="2117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713" name="Picture 712">
            <a:extLst>
              <a:ext uri="{FF2B5EF4-FFF2-40B4-BE49-F238E27FC236}">
                <a16:creationId xmlns:a16="http://schemas.microsoft.com/office/drawing/2014/main" id="{AD8CEF48-CB9C-19E2-EBC2-2AB8B9F3FA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07013" y="2369980"/>
            <a:ext cx="773924" cy="142814"/>
          </a:xfrm>
          <a:prstGeom prst="rect">
            <a:avLst/>
          </a:prstGeom>
        </p:spPr>
      </p:pic>
      <p:pic>
        <p:nvPicPr>
          <p:cNvPr id="5" name="Picture 4" descr="File:PostgreSQL logo.3colors.540x557.png">
            <a:extLst>
              <a:ext uri="{FF2B5EF4-FFF2-40B4-BE49-F238E27FC236}">
                <a16:creationId xmlns:a16="http://schemas.microsoft.com/office/drawing/2014/main" id="{28114944-216A-5077-971C-C1FDF782E7C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85812" y="2304716"/>
            <a:ext cx="245547" cy="253278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8629D334-5F8A-FC02-26BB-93FEF818F2A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71196" y="2298441"/>
            <a:ext cx="736364" cy="28570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89942DF-679E-251C-B66D-9434CFC1A70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0730" y="2333447"/>
            <a:ext cx="1175839" cy="21587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2268635-B030-E0CA-7676-4CE0296EC72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90154" y="2299911"/>
            <a:ext cx="266387" cy="266387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04B193C8-063D-BA76-F24D-BE2CC2EA4A3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538576" y="2918039"/>
            <a:ext cx="973070" cy="237566"/>
          </a:xfrm>
          <a:prstGeom prst="rect">
            <a:avLst/>
          </a:prstGeom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6CC438AB-FC16-9D0D-B8A5-54A4BEF8C9F9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990155" y="2897288"/>
            <a:ext cx="744115" cy="280283"/>
          </a:xfrm>
          <a:prstGeom prst="rect">
            <a:avLst/>
          </a:prstGeom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2103D174-4CAD-E662-5D14-2468D456B831}"/>
              </a:ext>
            </a:extLst>
          </p:cNvPr>
          <p:cNvSpPr txBox="1"/>
          <p:nvPr/>
        </p:nvSpPr>
        <p:spPr>
          <a:xfrm>
            <a:off x="7227834" y="2294604"/>
            <a:ext cx="100662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EF552E"/>
                </a:solidFill>
              </a:rPr>
              <a:t>Prometheus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E3F35DCC-E3E3-31E5-0F51-52967482C28D}"/>
              </a:ext>
            </a:extLst>
          </p:cNvPr>
          <p:cNvSpPr txBox="1"/>
          <p:nvPr/>
        </p:nvSpPr>
        <p:spPr>
          <a:xfrm>
            <a:off x="4196736" y="2295558"/>
            <a:ext cx="112982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585858"/>
                </a:solidFill>
              </a:rPr>
              <a:t>Postgre</a:t>
            </a:r>
            <a:r>
              <a:rPr lang="en-US" sz="1200" dirty="0">
                <a:solidFill>
                  <a:srgbClr val="336791"/>
                </a:solidFill>
              </a:rPr>
              <a:t>SQL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45BEDCF0-225C-38E3-A986-DABE7C79C9B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3985812" y="2911163"/>
            <a:ext cx="1098275" cy="241085"/>
          </a:xfrm>
          <a:prstGeom prst="rect">
            <a:avLst/>
          </a:prstGeom>
        </p:spPr>
      </p:pic>
      <p:pic>
        <p:nvPicPr>
          <p:cNvPr id="581" name="Picture 580">
            <a:extLst>
              <a:ext uri="{FF2B5EF4-FFF2-40B4-BE49-F238E27FC236}">
                <a16:creationId xmlns:a16="http://schemas.microsoft.com/office/drawing/2014/main" id="{7EFF7D95-9A16-06B3-5853-3583C223841E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35653" y="2920739"/>
            <a:ext cx="973070" cy="237566"/>
          </a:xfrm>
          <a:prstGeom prst="rect">
            <a:avLst/>
          </a:prstGeom>
        </p:spPr>
      </p:pic>
      <p:pic>
        <p:nvPicPr>
          <p:cNvPr id="583" name="Picture 582">
            <a:extLst>
              <a:ext uri="{FF2B5EF4-FFF2-40B4-BE49-F238E27FC236}">
                <a16:creationId xmlns:a16="http://schemas.microsoft.com/office/drawing/2014/main" id="{ED5B258F-AFC6-B8BC-6D40-14E31EA9FE9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554495" y="2910314"/>
            <a:ext cx="973070" cy="2375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68814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D1C6A085-9504-8E91-8454-C69F19D256F2}"/>
              </a:ext>
            </a:extLst>
          </p:cNvPr>
          <p:cNvSpPr/>
          <p:nvPr/>
        </p:nvSpPr>
        <p:spPr>
          <a:xfrm>
            <a:off x="705945" y="546653"/>
            <a:ext cx="7622715" cy="407007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33" name="Google Shape;633;p91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549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>
                <a:latin typeface="Work Sans"/>
                <a:ea typeface="Work Sans"/>
                <a:cs typeface="Work Sans"/>
                <a:sym typeface="Work Sans"/>
              </a:rPr>
              <a:t>Project Overview</a:t>
            </a:r>
            <a:endParaRPr sz="1500" dirty="0">
              <a:solidFill>
                <a:schemeClr val="dk2"/>
              </a:solidFill>
            </a:endParaRPr>
          </a:p>
        </p:txBody>
      </p:sp>
      <p:pic>
        <p:nvPicPr>
          <p:cNvPr id="640" name="Google Shape;640;p91" title="Fichier 20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2">
            <a:off x="7792129" y="-860609"/>
            <a:ext cx="4282176" cy="2117219"/>
          </a:xfrm>
          <a:prstGeom prst="rect">
            <a:avLst/>
          </a:prstGeom>
          <a:noFill/>
          <a:ln>
            <a:noFill/>
          </a:ln>
        </p:spPr>
      </p:pic>
      <p:pic>
        <p:nvPicPr>
          <p:cNvPr id="641" name="Google Shape;641;p91" title="Fichier 20.png"/>
          <p:cNvPicPr preferRelativeResize="0"/>
          <p:nvPr/>
        </p:nvPicPr>
        <p:blipFill rotWithShape="1">
          <a:blip r:embed="rId3">
            <a:alphaModFix/>
          </a:blip>
          <a:srcRect r="55255"/>
          <a:stretch/>
        </p:blipFill>
        <p:spPr>
          <a:xfrm rot="5400000">
            <a:off x="7892662" y="3745888"/>
            <a:ext cx="1916151" cy="211722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625" name="Group 624">
            <a:extLst>
              <a:ext uri="{FF2B5EF4-FFF2-40B4-BE49-F238E27FC236}">
                <a16:creationId xmlns:a16="http://schemas.microsoft.com/office/drawing/2014/main" id="{398B0777-E877-D93E-BD92-C04A16A920FE}"/>
              </a:ext>
            </a:extLst>
          </p:cNvPr>
          <p:cNvGrpSpPr/>
          <p:nvPr/>
        </p:nvGrpSpPr>
        <p:grpSpPr>
          <a:xfrm>
            <a:off x="3438876" y="1748938"/>
            <a:ext cx="858424" cy="423153"/>
            <a:chOff x="4142788" y="2171346"/>
            <a:chExt cx="858424" cy="423153"/>
          </a:xfrm>
          <a:solidFill>
            <a:schemeClr val="bg2">
              <a:lumMod val="50000"/>
              <a:lumOff val="50000"/>
            </a:schemeClr>
          </a:solidFill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DC02452-9375-CBE7-83E6-04F974B56B92}"/>
                </a:ext>
              </a:extLst>
            </p:cNvPr>
            <p:cNvSpPr/>
            <p:nvPr/>
          </p:nvSpPr>
          <p:spPr>
            <a:xfrm>
              <a:off x="4142788" y="2171346"/>
              <a:ext cx="858424" cy="42315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n-US" sz="1200" dirty="0"/>
                <a:t>ETL</a:t>
              </a:r>
            </a:p>
          </p:txBody>
        </p:sp>
        <p:pic>
          <p:nvPicPr>
            <p:cNvPr id="5" name="Picture 4" descr="Python (programming language) - Wikipedia">
              <a:extLst>
                <a:ext uri="{FF2B5EF4-FFF2-40B4-BE49-F238E27FC236}">
                  <a16:creationId xmlns:a16="http://schemas.microsoft.com/office/drawing/2014/main" id="{82223FD1-8496-6C81-F2F1-F0D840AF50B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237121" y="2231011"/>
              <a:ext cx="299163" cy="299163"/>
            </a:xfrm>
            <a:prstGeom prst="rect">
              <a:avLst/>
            </a:prstGeom>
            <a:grpFill/>
            <a:ln>
              <a:noFill/>
            </a:ln>
          </p:spPr>
        </p:pic>
      </p:grpSp>
      <p:grpSp>
        <p:nvGrpSpPr>
          <p:cNvPr id="624" name="Group 623">
            <a:extLst>
              <a:ext uri="{FF2B5EF4-FFF2-40B4-BE49-F238E27FC236}">
                <a16:creationId xmlns:a16="http://schemas.microsoft.com/office/drawing/2014/main" id="{A5A0CC1E-9DDB-6C92-FB4E-EF480D1C78F1}"/>
              </a:ext>
            </a:extLst>
          </p:cNvPr>
          <p:cNvGrpSpPr/>
          <p:nvPr/>
        </p:nvGrpSpPr>
        <p:grpSpPr>
          <a:xfrm>
            <a:off x="2930621" y="756895"/>
            <a:ext cx="1874928" cy="423153"/>
            <a:chOff x="952134" y="2258330"/>
            <a:chExt cx="1874928" cy="423153"/>
          </a:xfrm>
          <a:solidFill>
            <a:schemeClr val="bg2">
              <a:lumMod val="50000"/>
              <a:lumOff val="50000"/>
            </a:schemeClr>
          </a:solidFill>
        </p:grpSpPr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C81B1997-A097-3A4C-BF2A-B6366A474C25}"/>
                </a:ext>
              </a:extLst>
            </p:cNvPr>
            <p:cNvSpPr/>
            <p:nvPr/>
          </p:nvSpPr>
          <p:spPr>
            <a:xfrm>
              <a:off x="952134" y="2258330"/>
              <a:ext cx="1874928" cy="42315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n-US" sz="1200" dirty="0" err="1"/>
                <a:t>Arbeitsagentur</a:t>
              </a:r>
              <a:r>
                <a:rPr lang="en-US" sz="1200" dirty="0"/>
                <a:t> API</a:t>
              </a:r>
            </a:p>
          </p:txBody>
        </p:sp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32C43E67-FADA-3F37-4E20-971537F7D9A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47978" y="2316101"/>
              <a:ext cx="326543" cy="326543"/>
            </a:xfrm>
            <a:prstGeom prst="rect">
              <a:avLst/>
            </a:prstGeom>
            <a:grpFill/>
            <a:ln>
              <a:noFill/>
            </a:ln>
          </p:spPr>
        </p:pic>
      </p:grpSp>
      <p:pic>
        <p:nvPicPr>
          <p:cNvPr id="44" name="Picture 43">
            <a:extLst>
              <a:ext uri="{FF2B5EF4-FFF2-40B4-BE49-F238E27FC236}">
                <a16:creationId xmlns:a16="http://schemas.microsoft.com/office/drawing/2014/main" id="{83D93FB8-C976-FD61-4A75-03ED41F49C7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47991" y="1750129"/>
            <a:ext cx="473331" cy="423153"/>
          </a:xfrm>
          <a:prstGeom prst="rect">
            <a:avLst/>
          </a:prstGeom>
        </p:spPr>
      </p:pic>
      <p:pic>
        <p:nvPicPr>
          <p:cNvPr id="46" name="Picture 45">
            <a:extLst>
              <a:ext uri="{FF2B5EF4-FFF2-40B4-BE49-F238E27FC236}">
                <a16:creationId xmlns:a16="http://schemas.microsoft.com/office/drawing/2014/main" id="{A444A515-4F48-6511-2111-3AE0A97D838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15768" y="1748938"/>
            <a:ext cx="393496" cy="452741"/>
          </a:xfrm>
          <a:prstGeom prst="rect">
            <a:avLst/>
          </a:prstGeom>
        </p:spPr>
      </p:pic>
      <p:sp>
        <p:nvSpPr>
          <p:cNvPr id="630" name="TextBox 629">
            <a:extLst>
              <a:ext uri="{FF2B5EF4-FFF2-40B4-BE49-F238E27FC236}">
                <a16:creationId xmlns:a16="http://schemas.microsoft.com/office/drawing/2014/main" id="{7D7D51CE-BB6A-E548-BFE4-315091EE825B}"/>
              </a:ext>
            </a:extLst>
          </p:cNvPr>
          <p:cNvSpPr txBox="1"/>
          <p:nvPr/>
        </p:nvSpPr>
        <p:spPr>
          <a:xfrm>
            <a:off x="3851910" y="1257177"/>
            <a:ext cx="15801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job data (JSON)</a:t>
            </a:r>
          </a:p>
        </p:txBody>
      </p:sp>
      <p:pic>
        <p:nvPicPr>
          <p:cNvPr id="661" name="Picture 660">
            <a:extLst>
              <a:ext uri="{FF2B5EF4-FFF2-40B4-BE49-F238E27FC236}">
                <a16:creationId xmlns:a16="http://schemas.microsoft.com/office/drawing/2014/main" id="{07FF058C-1A44-770B-699A-FAD84F0BB73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795073" y="3439301"/>
            <a:ext cx="641289" cy="509775"/>
          </a:xfrm>
          <a:prstGeom prst="rect">
            <a:avLst/>
          </a:prstGeom>
        </p:spPr>
      </p:pic>
      <p:cxnSp>
        <p:nvCxnSpPr>
          <p:cNvPr id="664" name="Straight Arrow Connector 663">
            <a:extLst>
              <a:ext uri="{FF2B5EF4-FFF2-40B4-BE49-F238E27FC236}">
                <a16:creationId xmlns:a16="http://schemas.microsoft.com/office/drawing/2014/main" id="{DA38EAE7-6C33-11B7-E6A0-B58DA3CCA933}"/>
              </a:ext>
            </a:extLst>
          </p:cNvPr>
          <p:cNvCxnSpPr>
            <a:cxnSpLocks/>
            <a:stCxn id="35" idx="2"/>
            <a:endCxn id="11" idx="0"/>
          </p:cNvCxnSpPr>
          <p:nvPr/>
        </p:nvCxnSpPr>
        <p:spPr>
          <a:xfrm>
            <a:off x="3868085" y="1180048"/>
            <a:ext cx="3" cy="56889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670" name="TextBox 669">
            <a:extLst>
              <a:ext uri="{FF2B5EF4-FFF2-40B4-BE49-F238E27FC236}">
                <a16:creationId xmlns:a16="http://schemas.microsoft.com/office/drawing/2014/main" id="{220A921E-3BED-CF0C-A6C8-5CD5F4DF1141}"/>
              </a:ext>
            </a:extLst>
          </p:cNvPr>
          <p:cNvSpPr txBox="1"/>
          <p:nvPr/>
        </p:nvSpPr>
        <p:spPr>
          <a:xfrm>
            <a:off x="1573271" y="1724195"/>
            <a:ext cx="185628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raw + processed JSON</a:t>
            </a:r>
          </a:p>
        </p:txBody>
      </p:sp>
      <p:sp>
        <p:nvSpPr>
          <p:cNvPr id="672" name="TextBox 671">
            <a:extLst>
              <a:ext uri="{FF2B5EF4-FFF2-40B4-BE49-F238E27FC236}">
                <a16:creationId xmlns:a16="http://schemas.microsoft.com/office/drawing/2014/main" id="{6F35D384-14C9-9240-4218-473451B1D645}"/>
              </a:ext>
            </a:extLst>
          </p:cNvPr>
          <p:cNvSpPr txBox="1"/>
          <p:nvPr/>
        </p:nvSpPr>
        <p:spPr>
          <a:xfrm>
            <a:off x="6612918" y="1519296"/>
            <a:ext cx="111334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job data</a:t>
            </a:r>
          </a:p>
          <a:p>
            <a:pPr algn="ctr"/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(for indexing)</a:t>
            </a:r>
          </a:p>
        </p:txBody>
      </p:sp>
      <p:sp>
        <p:nvSpPr>
          <p:cNvPr id="681" name="TextBox 680">
            <a:extLst>
              <a:ext uri="{FF2B5EF4-FFF2-40B4-BE49-F238E27FC236}">
                <a16:creationId xmlns:a16="http://schemas.microsoft.com/office/drawing/2014/main" id="{11355667-9E18-D083-460B-4CFD7B8F0CD5}"/>
              </a:ext>
            </a:extLst>
          </p:cNvPr>
          <p:cNvSpPr txBox="1"/>
          <p:nvPr/>
        </p:nvSpPr>
        <p:spPr>
          <a:xfrm>
            <a:off x="756203" y="2184533"/>
            <a:ext cx="107737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bg2">
                    <a:lumMod val="50000"/>
                    <a:lumOff val="50000"/>
                  </a:schemeClr>
                </a:solidFill>
              </a:rPr>
              <a:t>Data Archive</a:t>
            </a:r>
          </a:p>
        </p:txBody>
      </p:sp>
      <p:pic>
        <p:nvPicPr>
          <p:cNvPr id="713" name="Picture 712">
            <a:extLst>
              <a:ext uri="{FF2B5EF4-FFF2-40B4-BE49-F238E27FC236}">
                <a16:creationId xmlns:a16="http://schemas.microsoft.com/office/drawing/2014/main" id="{35AC9762-5AB8-847D-E042-C929950FA8D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730160" y="3980795"/>
            <a:ext cx="701850" cy="129515"/>
          </a:xfrm>
          <a:prstGeom prst="rect">
            <a:avLst/>
          </a:prstGeom>
        </p:spPr>
      </p:pic>
      <p:pic>
        <p:nvPicPr>
          <p:cNvPr id="715" name="Picture 714">
            <a:extLst>
              <a:ext uri="{FF2B5EF4-FFF2-40B4-BE49-F238E27FC236}">
                <a16:creationId xmlns:a16="http://schemas.microsoft.com/office/drawing/2014/main" id="{1D508615-F7DD-7779-19BA-0980A2B87756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741521" y="3423026"/>
            <a:ext cx="690489" cy="509775"/>
          </a:xfrm>
          <a:prstGeom prst="rect">
            <a:avLst/>
          </a:prstGeom>
        </p:spPr>
      </p:pic>
      <p:pic>
        <p:nvPicPr>
          <p:cNvPr id="721" name="Picture 720">
            <a:extLst>
              <a:ext uri="{FF2B5EF4-FFF2-40B4-BE49-F238E27FC236}">
                <a16:creationId xmlns:a16="http://schemas.microsoft.com/office/drawing/2014/main" id="{690CBB62-758B-2BC9-70D3-8F63BD4138C5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925551" y="3993350"/>
            <a:ext cx="268468" cy="299468"/>
          </a:xfrm>
          <a:prstGeom prst="rect">
            <a:avLst/>
          </a:prstGeom>
        </p:spPr>
      </p:pic>
      <p:pic>
        <p:nvPicPr>
          <p:cNvPr id="723" name="Picture 722">
            <a:extLst>
              <a:ext uri="{FF2B5EF4-FFF2-40B4-BE49-F238E27FC236}">
                <a16:creationId xmlns:a16="http://schemas.microsoft.com/office/drawing/2014/main" id="{0AC96730-7A28-4752-CA99-E58F565EFE8F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923592" y="3123955"/>
            <a:ext cx="300157" cy="307778"/>
          </a:xfrm>
          <a:prstGeom prst="rect">
            <a:avLst/>
          </a:prstGeom>
        </p:spPr>
      </p:pic>
      <p:pic>
        <p:nvPicPr>
          <p:cNvPr id="725" name="Picture 724">
            <a:extLst>
              <a:ext uri="{FF2B5EF4-FFF2-40B4-BE49-F238E27FC236}">
                <a16:creationId xmlns:a16="http://schemas.microsoft.com/office/drawing/2014/main" id="{FB64D3D1-413D-52A3-5DA2-B490982608E7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920761" y="3578758"/>
            <a:ext cx="305821" cy="263412"/>
          </a:xfrm>
          <a:prstGeom prst="rect">
            <a:avLst/>
          </a:prstGeom>
        </p:spPr>
      </p:pic>
      <p:cxnSp>
        <p:nvCxnSpPr>
          <p:cNvPr id="727" name="Straight Arrow Connector 726">
            <a:extLst>
              <a:ext uri="{FF2B5EF4-FFF2-40B4-BE49-F238E27FC236}">
                <a16:creationId xmlns:a16="http://schemas.microsoft.com/office/drawing/2014/main" id="{53619467-1B8B-23F0-54A3-86287FE183B8}"/>
              </a:ext>
            </a:extLst>
          </p:cNvPr>
          <p:cNvCxnSpPr>
            <a:cxnSpLocks/>
            <a:stCxn id="661" idx="1"/>
            <a:endCxn id="723" idx="3"/>
          </p:cNvCxnSpPr>
          <p:nvPr/>
        </p:nvCxnSpPr>
        <p:spPr>
          <a:xfrm flipH="1" flipV="1">
            <a:off x="2223749" y="3277844"/>
            <a:ext cx="571324" cy="416345"/>
          </a:xfrm>
          <a:prstGeom prst="straightConnector1">
            <a:avLst/>
          </a:prstGeom>
          <a:ln>
            <a:solidFill>
              <a:schemeClr val="bg2">
                <a:lumMod val="25000"/>
                <a:lumOff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8" name="Straight Arrow Connector 727">
            <a:extLst>
              <a:ext uri="{FF2B5EF4-FFF2-40B4-BE49-F238E27FC236}">
                <a16:creationId xmlns:a16="http://schemas.microsoft.com/office/drawing/2014/main" id="{94E5BC87-C648-21B8-3792-380F77D3D9B9}"/>
              </a:ext>
            </a:extLst>
          </p:cNvPr>
          <p:cNvCxnSpPr>
            <a:cxnSpLocks/>
            <a:stCxn id="661" idx="1"/>
            <a:endCxn id="725" idx="3"/>
          </p:cNvCxnSpPr>
          <p:nvPr/>
        </p:nvCxnSpPr>
        <p:spPr>
          <a:xfrm flipH="1">
            <a:off x="2226582" y="3694189"/>
            <a:ext cx="568491" cy="16275"/>
          </a:xfrm>
          <a:prstGeom prst="straightConnector1">
            <a:avLst/>
          </a:prstGeom>
          <a:ln>
            <a:solidFill>
              <a:schemeClr val="bg2">
                <a:lumMod val="25000"/>
                <a:lumOff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9" name="Straight Arrow Connector 728">
            <a:extLst>
              <a:ext uri="{FF2B5EF4-FFF2-40B4-BE49-F238E27FC236}">
                <a16:creationId xmlns:a16="http://schemas.microsoft.com/office/drawing/2014/main" id="{6E46181C-2FE8-4E34-2ABB-17A3297CCE1B}"/>
              </a:ext>
            </a:extLst>
          </p:cNvPr>
          <p:cNvCxnSpPr>
            <a:cxnSpLocks/>
            <a:stCxn id="661" idx="1"/>
            <a:endCxn id="721" idx="3"/>
          </p:cNvCxnSpPr>
          <p:nvPr/>
        </p:nvCxnSpPr>
        <p:spPr>
          <a:xfrm flipH="1">
            <a:off x="2194019" y="3694189"/>
            <a:ext cx="601054" cy="448895"/>
          </a:xfrm>
          <a:prstGeom prst="straightConnector1">
            <a:avLst/>
          </a:prstGeom>
          <a:ln>
            <a:solidFill>
              <a:schemeClr val="bg2">
                <a:lumMod val="25000"/>
                <a:lumOff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7" name="Straight Arrow Connector 756">
            <a:extLst>
              <a:ext uri="{FF2B5EF4-FFF2-40B4-BE49-F238E27FC236}">
                <a16:creationId xmlns:a16="http://schemas.microsoft.com/office/drawing/2014/main" id="{2260DACB-E59B-1BD8-43F9-0A3098A4B1B4}"/>
              </a:ext>
            </a:extLst>
          </p:cNvPr>
          <p:cNvCxnSpPr>
            <a:cxnSpLocks/>
            <a:stCxn id="11" idx="3"/>
            <a:endCxn id="44" idx="1"/>
          </p:cNvCxnSpPr>
          <p:nvPr/>
        </p:nvCxnSpPr>
        <p:spPr>
          <a:xfrm>
            <a:off x="4297300" y="1960515"/>
            <a:ext cx="1850691" cy="1191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A729F841-F7C4-39BB-E88B-CF0626736FA0}"/>
              </a:ext>
            </a:extLst>
          </p:cNvPr>
          <p:cNvSpPr txBox="1"/>
          <p:nvPr/>
        </p:nvSpPr>
        <p:spPr>
          <a:xfrm>
            <a:off x="3513132" y="3234168"/>
            <a:ext cx="126788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(ordered) jobs</a:t>
            </a:r>
          </a:p>
          <a:p>
            <a:pPr algn="ctr"/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/ statistics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2D41D5D3-B3F8-6607-2DE3-689101A959A6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80290" y="3411669"/>
            <a:ext cx="437687" cy="597589"/>
          </a:xfrm>
          <a:prstGeom prst="rect">
            <a:avLst/>
          </a:prstGeom>
        </p:spPr>
      </p:pic>
      <p:sp>
        <p:nvSpPr>
          <p:cNvPr id="37" name="Left Brace 36">
            <a:extLst>
              <a:ext uri="{FF2B5EF4-FFF2-40B4-BE49-F238E27FC236}">
                <a16:creationId xmlns:a16="http://schemas.microsoft.com/office/drawing/2014/main" id="{B1286058-816B-B65D-F947-CD976A3C30CA}"/>
              </a:ext>
            </a:extLst>
          </p:cNvPr>
          <p:cNvSpPr/>
          <p:nvPr/>
        </p:nvSpPr>
        <p:spPr>
          <a:xfrm>
            <a:off x="1517977" y="3119061"/>
            <a:ext cx="307907" cy="1173757"/>
          </a:xfrm>
          <a:prstGeom prst="leftBrace">
            <a:avLst>
              <a:gd name="adj1" fmla="val 33555"/>
              <a:gd name="adj2" fmla="val 50000"/>
            </a:avLst>
          </a:prstGeom>
          <a:ln>
            <a:solidFill>
              <a:schemeClr val="bg2">
                <a:lumMod val="25000"/>
                <a:lumOff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4517D947-891A-BA7B-AB6F-E8AB3BAA2B62}"/>
              </a:ext>
            </a:extLst>
          </p:cNvPr>
          <p:cNvCxnSpPr>
            <a:cxnSpLocks/>
            <a:stCxn id="11" idx="1"/>
            <a:endCxn id="46" idx="3"/>
          </p:cNvCxnSpPr>
          <p:nvPr/>
        </p:nvCxnSpPr>
        <p:spPr>
          <a:xfrm flipH="1">
            <a:off x="1509264" y="1960515"/>
            <a:ext cx="1929612" cy="14794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C1B20CA4-062A-C0D9-CA7B-D7D3E29C9972}"/>
              </a:ext>
            </a:extLst>
          </p:cNvPr>
          <p:cNvSpPr/>
          <p:nvPr/>
        </p:nvSpPr>
        <p:spPr>
          <a:xfrm>
            <a:off x="756204" y="620303"/>
            <a:ext cx="5119893" cy="1883507"/>
          </a:xfrm>
          <a:prstGeom prst="rect">
            <a:avLst/>
          </a:prstGeom>
          <a:noFill/>
          <a:ln w="12700"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30D7693D-30AC-7B09-48A7-3238EA5C6CB7}"/>
              </a:ext>
            </a:extLst>
          </p:cNvPr>
          <p:cNvSpPr/>
          <p:nvPr/>
        </p:nvSpPr>
        <p:spPr>
          <a:xfrm>
            <a:off x="756203" y="2740982"/>
            <a:ext cx="5119894" cy="1782826"/>
          </a:xfrm>
          <a:prstGeom prst="rect">
            <a:avLst/>
          </a:prstGeom>
          <a:noFill/>
          <a:ln w="12700"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D96F168-5B4B-E39E-0A23-4DE5C0FCB69D}"/>
              </a:ext>
            </a:extLst>
          </p:cNvPr>
          <p:cNvSpPr txBox="1"/>
          <p:nvPr/>
        </p:nvSpPr>
        <p:spPr>
          <a:xfrm>
            <a:off x="756203" y="620303"/>
            <a:ext cx="914400" cy="307777"/>
          </a:xfrm>
          <a:prstGeom prst="rect">
            <a:avLst/>
          </a:prstGeom>
          <a:solidFill>
            <a:schemeClr val="bg2">
              <a:lumMod val="75000"/>
              <a:lumOff val="2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Ingestion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D4082A1-593C-B160-4449-6305DC10DA77}"/>
              </a:ext>
            </a:extLst>
          </p:cNvPr>
          <p:cNvSpPr txBox="1"/>
          <p:nvPr/>
        </p:nvSpPr>
        <p:spPr>
          <a:xfrm>
            <a:off x="766079" y="2754037"/>
            <a:ext cx="891051" cy="307777"/>
          </a:xfrm>
          <a:prstGeom prst="rect">
            <a:avLst/>
          </a:prstGeom>
          <a:solidFill>
            <a:schemeClr val="bg2">
              <a:lumMod val="75000"/>
              <a:lumOff val="2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Runtime</a:t>
            </a:r>
          </a:p>
        </p:txBody>
      </p:sp>
      <p:pic>
        <p:nvPicPr>
          <p:cNvPr id="2" name="Picture 1" descr="File:PostgreSQL logo.3colors.540x557.png">
            <a:extLst>
              <a:ext uri="{FF2B5EF4-FFF2-40B4-BE49-F238E27FC236}">
                <a16:creationId xmlns:a16="http://schemas.microsoft.com/office/drawing/2014/main" id="{1DDD42E8-14EE-E62B-0B2E-C5C00F50B77B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253646" y="1432798"/>
            <a:ext cx="274086" cy="28271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C491A15-024F-79E0-69DD-445DCED9C515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687069" y="3965352"/>
            <a:ext cx="857296" cy="15739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142F1A4-C140-4460-3CA0-48A6F4C18476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192724" y="1435563"/>
            <a:ext cx="253705" cy="27995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73A23106-2A25-7B27-978E-FD3725DB8FB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42435" y="1748938"/>
            <a:ext cx="473331" cy="423153"/>
          </a:xfrm>
          <a:prstGeom prst="rect">
            <a:avLst/>
          </a:prstGeom>
        </p:spPr>
      </p:pic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4F793FD6-EB05-0FC5-0AE0-D969175F3D22}"/>
              </a:ext>
            </a:extLst>
          </p:cNvPr>
          <p:cNvCxnSpPr>
            <a:cxnSpLocks/>
            <a:stCxn id="44" idx="3"/>
            <a:endCxn id="18" idx="1"/>
          </p:cNvCxnSpPr>
          <p:nvPr/>
        </p:nvCxnSpPr>
        <p:spPr>
          <a:xfrm flipV="1">
            <a:off x="6621322" y="1960515"/>
            <a:ext cx="1121113" cy="1191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pic>
        <p:nvPicPr>
          <p:cNvPr id="33" name="Picture 32">
            <a:extLst>
              <a:ext uri="{FF2B5EF4-FFF2-40B4-BE49-F238E27FC236}">
                <a16:creationId xmlns:a16="http://schemas.microsoft.com/office/drawing/2014/main" id="{9DE97DCC-3122-A5DE-835F-1CCBF7C99D76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837742" y="1439158"/>
            <a:ext cx="282715" cy="282715"/>
          </a:xfrm>
          <a:prstGeom prst="rect">
            <a:avLst/>
          </a:prstGeom>
        </p:spPr>
      </p:pic>
      <p:cxnSp>
        <p:nvCxnSpPr>
          <p:cNvPr id="588" name="Straight Arrow Connector 587">
            <a:extLst>
              <a:ext uri="{FF2B5EF4-FFF2-40B4-BE49-F238E27FC236}">
                <a16:creationId xmlns:a16="http://schemas.microsoft.com/office/drawing/2014/main" id="{184FC1D6-6717-58A9-46F8-8C3C86B99327}"/>
              </a:ext>
            </a:extLst>
          </p:cNvPr>
          <p:cNvCxnSpPr>
            <a:cxnSpLocks/>
            <a:stCxn id="715" idx="1"/>
            <a:endCxn id="661" idx="3"/>
          </p:cNvCxnSpPr>
          <p:nvPr/>
        </p:nvCxnSpPr>
        <p:spPr>
          <a:xfrm flipH="1">
            <a:off x="3436362" y="3677914"/>
            <a:ext cx="1305159" cy="16275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605" name="Rectangle 604">
            <a:extLst>
              <a:ext uri="{FF2B5EF4-FFF2-40B4-BE49-F238E27FC236}">
                <a16:creationId xmlns:a16="http://schemas.microsoft.com/office/drawing/2014/main" id="{BB537319-88C9-3161-B33D-8543292F34CA}"/>
              </a:ext>
            </a:extLst>
          </p:cNvPr>
          <p:cNvSpPr/>
          <p:nvPr/>
        </p:nvSpPr>
        <p:spPr>
          <a:xfrm>
            <a:off x="5275518" y="3423025"/>
            <a:ext cx="156492" cy="287438"/>
          </a:xfrm>
          <a:prstGeom prst="rect">
            <a:avLst/>
          </a:prstGeom>
          <a:solidFill>
            <a:schemeClr val="bg1">
              <a:alpha val="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9" name="Rectangle 608">
            <a:extLst>
              <a:ext uri="{FF2B5EF4-FFF2-40B4-BE49-F238E27FC236}">
                <a16:creationId xmlns:a16="http://schemas.microsoft.com/office/drawing/2014/main" id="{C5B58E3C-8158-F84D-D865-BA372312EAA2}"/>
              </a:ext>
            </a:extLst>
          </p:cNvPr>
          <p:cNvSpPr/>
          <p:nvPr/>
        </p:nvSpPr>
        <p:spPr>
          <a:xfrm>
            <a:off x="5275518" y="3677914"/>
            <a:ext cx="156492" cy="318880"/>
          </a:xfrm>
          <a:prstGeom prst="rect">
            <a:avLst/>
          </a:prstGeom>
          <a:solidFill>
            <a:schemeClr val="bg1">
              <a:alpha val="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11" name="Connector: Elbow 610">
            <a:extLst>
              <a:ext uri="{FF2B5EF4-FFF2-40B4-BE49-F238E27FC236}">
                <a16:creationId xmlns:a16="http://schemas.microsoft.com/office/drawing/2014/main" id="{1BBD5613-37FE-E1FD-8160-109F1F602399}"/>
              </a:ext>
            </a:extLst>
          </p:cNvPr>
          <p:cNvCxnSpPr>
            <a:cxnSpLocks/>
            <a:stCxn id="44" idx="2"/>
            <a:endCxn id="605" idx="3"/>
          </p:cNvCxnSpPr>
          <p:nvPr/>
        </p:nvCxnSpPr>
        <p:spPr>
          <a:xfrm rot="5400000">
            <a:off x="5211603" y="2393690"/>
            <a:ext cx="1393462" cy="952647"/>
          </a:xfrm>
          <a:prstGeom prst="bentConnector2">
            <a:avLst/>
          </a:prstGeom>
          <a:ln w="19050">
            <a:solidFill>
              <a:srgbClr val="7151FD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4" name="Connector: Elbow 633">
            <a:extLst>
              <a:ext uri="{FF2B5EF4-FFF2-40B4-BE49-F238E27FC236}">
                <a16:creationId xmlns:a16="http://schemas.microsoft.com/office/drawing/2014/main" id="{B2EDC0BF-AFC2-0DCD-5B2E-9F9DFBB09E6B}"/>
              </a:ext>
            </a:extLst>
          </p:cNvPr>
          <p:cNvCxnSpPr>
            <a:cxnSpLocks/>
            <a:stCxn id="18" idx="2"/>
            <a:endCxn id="609" idx="3"/>
          </p:cNvCxnSpPr>
          <p:nvPr/>
        </p:nvCxnSpPr>
        <p:spPr>
          <a:xfrm rot="5400000">
            <a:off x="5872925" y="1731177"/>
            <a:ext cx="1665263" cy="2547091"/>
          </a:xfrm>
          <a:prstGeom prst="bentConnector2">
            <a:avLst/>
          </a:prstGeom>
          <a:ln w="19050">
            <a:solidFill>
              <a:srgbClr val="7151FD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7" name="TextBox 646">
            <a:extLst>
              <a:ext uri="{FF2B5EF4-FFF2-40B4-BE49-F238E27FC236}">
                <a16:creationId xmlns:a16="http://schemas.microsoft.com/office/drawing/2014/main" id="{B6EFF458-9E48-A793-431D-50C56334DC54}"/>
              </a:ext>
            </a:extLst>
          </p:cNvPr>
          <p:cNvSpPr txBox="1"/>
          <p:nvPr/>
        </p:nvSpPr>
        <p:spPr>
          <a:xfrm>
            <a:off x="4445402" y="1693939"/>
            <a:ext cx="144687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structured job data</a:t>
            </a:r>
          </a:p>
        </p:txBody>
      </p:sp>
      <p:sp>
        <p:nvSpPr>
          <p:cNvPr id="677" name="TextBox 676">
            <a:extLst>
              <a:ext uri="{FF2B5EF4-FFF2-40B4-BE49-F238E27FC236}">
                <a16:creationId xmlns:a16="http://schemas.microsoft.com/office/drawing/2014/main" id="{360B69CB-B9B6-034D-EA88-83EE80188FF7}"/>
              </a:ext>
            </a:extLst>
          </p:cNvPr>
          <p:cNvSpPr txBox="1"/>
          <p:nvPr/>
        </p:nvSpPr>
        <p:spPr>
          <a:xfrm rot="16200000">
            <a:off x="5556076" y="2730322"/>
            <a:ext cx="13934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jobs / statistics</a:t>
            </a:r>
          </a:p>
        </p:txBody>
      </p:sp>
      <p:sp>
        <p:nvSpPr>
          <p:cNvPr id="682" name="TextBox 681">
            <a:extLst>
              <a:ext uri="{FF2B5EF4-FFF2-40B4-BE49-F238E27FC236}">
                <a16:creationId xmlns:a16="http://schemas.microsoft.com/office/drawing/2014/main" id="{D7776ED6-C7CE-73AE-5C84-FDC04C1FA984}"/>
              </a:ext>
            </a:extLst>
          </p:cNvPr>
          <p:cNvSpPr txBox="1"/>
          <p:nvPr/>
        </p:nvSpPr>
        <p:spPr>
          <a:xfrm rot="16200000">
            <a:off x="7029970" y="2852066"/>
            <a:ext cx="167546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ranked job IDs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2">
          <a:extLst>
            <a:ext uri="{FF2B5EF4-FFF2-40B4-BE49-F238E27FC236}">
              <a16:creationId xmlns:a16="http://schemas.microsoft.com/office/drawing/2014/main" id="{5EC19C66-44B2-A0A6-17A2-02250407AF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A097D37C-C17D-40DC-A22D-59CE8DD0ADE4}"/>
              </a:ext>
            </a:extLst>
          </p:cNvPr>
          <p:cNvSpPr/>
          <p:nvPr/>
        </p:nvSpPr>
        <p:spPr>
          <a:xfrm>
            <a:off x="599041" y="515898"/>
            <a:ext cx="7827064" cy="4220098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487AABF-7BDD-3D5B-9915-9B3131A35293}"/>
              </a:ext>
            </a:extLst>
          </p:cNvPr>
          <p:cNvSpPr/>
          <p:nvPr/>
        </p:nvSpPr>
        <p:spPr>
          <a:xfrm>
            <a:off x="968336" y="3488729"/>
            <a:ext cx="7353124" cy="1174397"/>
          </a:xfrm>
          <a:prstGeom prst="rect">
            <a:avLst/>
          </a:prstGeom>
          <a:solidFill>
            <a:srgbClr val="00B050">
              <a:alpha val="6000"/>
            </a:srgbClr>
          </a:solidFill>
          <a:ln w="12700"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63DB2E5-F5AD-9248-7AD3-DA6F418696E4}"/>
              </a:ext>
            </a:extLst>
          </p:cNvPr>
          <p:cNvSpPr/>
          <p:nvPr/>
        </p:nvSpPr>
        <p:spPr>
          <a:xfrm>
            <a:off x="968336" y="2077894"/>
            <a:ext cx="7353124" cy="1174397"/>
          </a:xfrm>
          <a:prstGeom prst="rect">
            <a:avLst/>
          </a:prstGeom>
          <a:solidFill>
            <a:srgbClr val="FFFF00">
              <a:alpha val="6000"/>
            </a:srgbClr>
          </a:solidFill>
          <a:ln w="12700"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7D99FF4-8212-DAB9-2372-6F7EDCEF3727}"/>
              </a:ext>
            </a:extLst>
          </p:cNvPr>
          <p:cNvSpPr/>
          <p:nvPr/>
        </p:nvSpPr>
        <p:spPr>
          <a:xfrm>
            <a:off x="968338" y="664297"/>
            <a:ext cx="7354956" cy="1174397"/>
          </a:xfrm>
          <a:prstGeom prst="rect">
            <a:avLst/>
          </a:prstGeom>
          <a:solidFill>
            <a:schemeClr val="tx2">
              <a:lumMod val="75000"/>
              <a:alpha val="6000"/>
            </a:schemeClr>
          </a:solidFill>
          <a:ln w="12700"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33" name="Google Shape;633;p91">
            <a:extLst>
              <a:ext uri="{FF2B5EF4-FFF2-40B4-BE49-F238E27FC236}">
                <a16:creationId xmlns:a16="http://schemas.microsoft.com/office/drawing/2014/main" id="{F507A431-3C08-473B-C965-5E29A3EFE230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549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>
                <a:latin typeface="Work Sans"/>
                <a:ea typeface="Work Sans"/>
                <a:cs typeface="Work Sans"/>
                <a:sym typeface="Work Sans"/>
              </a:rPr>
              <a:t>Data Ingestion &amp; Enrichment</a:t>
            </a:r>
            <a:endParaRPr sz="1500" dirty="0">
              <a:solidFill>
                <a:schemeClr val="dk2"/>
              </a:solidFill>
            </a:endParaRPr>
          </a:p>
        </p:txBody>
      </p:sp>
      <p:pic>
        <p:nvPicPr>
          <p:cNvPr id="640" name="Google Shape;640;p91" title="Fichier 20.png">
            <a:extLst>
              <a:ext uri="{FF2B5EF4-FFF2-40B4-BE49-F238E27FC236}">
                <a16:creationId xmlns:a16="http://schemas.microsoft.com/office/drawing/2014/main" id="{48E9993E-0C9C-AD83-8F48-BDED9E912DC6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2">
            <a:off x="7792129" y="-860609"/>
            <a:ext cx="4282176" cy="2117219"/>
          </a:xfrm>
          <a:prstGeom prst="rect">
            <a:avLst/>
          </a:prstGeom>
          <a:noFill/>
          <a:ln>
            <a:noFill/>
          </a:ln>
        </p:spPr>
      </p:pic>
      <p:pic>
        <p:nvPicPr>
          <p:cNvPr id="641" name="Google Shape;641;p91" title="Fichier 20.png">
            <a:extLst>
              <a:ext uri="{FF2B5EF4-FFF2-40B4-BE49-F238E27FC236}">
                <a16:creationId xmlns:a16="http://schemas.microsoft.com/office/drawing/2014/main" id="{BED5E245-59AD-8853-F54D-F34696F0C44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r="55255"/>
          <a:stretch/>
        </p:blipFill>
        <p:spPr>
          <a:xfrm rot="5400000">
            <a:off x="7892662" y="3745888"/>
            <a:ext cx="1916151" cy="2117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44" name="Picture 43">
            <a:extLst>
              <a:ext uri="{FF2B5EF4-FFF2-40B4-BE49-F238E27FC236}">
                <a16:creationId xmlns:a16="http://schemas.microsoft.com/office/drawing/2014/main" id="{047E348C-E630-4A57-F157-481CD280B0C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26245" y="3896776"/>
            <a:ext cx="473331" cy="423153"/>
          </a:xfrm>
          <a:prstGeom prst="rect">
            <a:avLst/>
          </a:prstGeom>
        </p:spPr>
      </p:pic>
      <p:pic>
        <p:nvPicPr>
          <p:cNvPr id="46" name="Picture 45">
            <a:extLst>
              <a:ext uri="{FF2B5EF4-FFF2-40B4-BE49-F238E27FC236}">
                <a16:creationId xmlns:a16="http://schemas.microsoft.com/office/drawing/2014/main" id="{E971FE9C-9C52-62DA-37C3-7A393C64510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06080" y="1031743"/>
            <a:ext cx="393496" cy="452741"/>
          </a:xfrm>
          <a:prstGeom prst="rect">
            <a:avLst/>
          </a:prstGeom>
        </p:spPr>
      </p:pic>
      <p:cxnSp>
        <p:nvCxnSpPr>
          <p:cNvPr id="664" name="Straight Arrow Connector 663">
            <a:extLst>
              <a:ext uri="{FF2B5EF4-FFF2-40B4-BE49-F238E27FC236}">
                <a16:creationId xmlns:a16="http://schemas.microsoft.com/office/drawing/2014/main" id="{B55CA858-D422-DD00-058F-6D5062AE8A07}"/>
              </a:ext>
            </a:extLst>
          </p:cNvPr>
          <p:cNvCxnSpPr>
            <a:cxnSpLocks/>
            <a:stCxn id="58" idx="3"/>
            <a:endCxn id="584" idx="1"/>
          </p:cNvCxnSpPr>
          <p:nvPr/>
        </p:nvCxnSpPr>
        <p:spPr>
          <a:xfrm flipV="1">
            <a:off x="1626651" y="1254791"/>
            <a:ext cx="266930" cy="1819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A448E902-E18B-7259-446C-1044F482FCC6}"/>
              </a:ext>
            </a:extLst>
          </p:cNvPr>
          <p:cNvCxnSpPr>
            <a:cxnSpLocks/>
            <a:stCxn id="46" idx="2"/>
            <a:endCxn id="615" idx="3"/>
          </p:cNvCxnSpPr>
          <p:nvPr/>
        </p:nvCxnSpPr>
        <p:spPr>
          <a:xfrm rot="5400000">
            <a:off x="4945951" y="1515637"/>
            <a:ext cx="1188031" cy="1125724"/>
          </a:xfrm>
          <a:prstGeom prst="bentConnector2">
            <a:avLst/>
          </a:prstGeom>
          <a:ln w="19050">
            <a:solidFill>
              <a:srgbClr val="7151FD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4" name="Picture 23">
            <a:extLst>
              <a:ext uri="{FF2B5EF4-FFF2-40B4-BE49-F238E27FC236}">
                <a16:creationId xmlns:a16="http://schemas.microsoft.com/office/drawing/2014/main" id="{3E73B30B-30AC-9627-4CBB-5190ADF9A0D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49448" y="2448049"/>
            <a:ext cx="393496" cy="45274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A20F836C-3BAC-F8B6-9D77-22266462D29D}"/>
              </a:ext>
            </a:extLst>
          </p:cNvPr>
          <p:cNvSpPr txBox="1"/>
          <p:nvPr/>
        </p:nvSpPr>
        <p:spPr>
          <a:xfrm rot="16200000">
            <a:off x="323397" y="1103117"/>
            <a:ext cx="1183840" cy="307777"/>
          </a:xfrm>
          <a:prstGeom prst="rect">
            <a:avLst/>
          </a:prstGeom>
          <a:solidFill>
            <a:schemeClr val="bg2">
              <a:lumMod val="75000"/>
              <a:lumOff val="25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Extract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7019352-08BE-F2D2-EDDA-CC8575E806EB}"/>
              </a:ext>
            </a:extLst>
          </p:cNvPr>
          <p:cNvSpPr txBox="1"/>
          <p:nvPr/>
        </p:nvSpPr>
        <p:spPr>
          <a:xfrm rot="16200000">
            <a:off x="330310" y="2515925"/>
            <a:ext cx="1183840" cy="307777"/>
          </a:xfrm>
          <a:prstGeom prst="rect">
            <a:avLst/>
          </a:prstGeom>
          <a:solidFill>
            <a:schemeClr val="bg2">
              <a:lumMod val="75000"/>
              <a:lumOff val="25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Transform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D437FD0-9C11-A30E-2E3F-BFE788934BAD}"/>
              </a:ext>
            </a:extLst>
          </p:cNvPr>
          <p:cNvSpPr txBox="1"/>
          <p:nvPr/>
        </p:nvSpPr>
        <p:spPr>
          <a:xfrm rot="16200000">
            <a:off x="325387" y="3924769"/>
            <a:ext cx="1179859" cy="307777"/>
          </a:xfrm>
          <a:prstGeom prst="rect">
            <a:avLst/>
          </a:prstGeom>
          <a:solidFill>
            <a:schemeClr val="bg2">
              <a:lumMod val="75000"/>
              <a:lumOff val="25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Load</a:t>
            </a:r>
          </a:p>
        </p:txBody>
      </p:sp>
      <p:pic>
        <p:nvPicPr>
          <p:cNvPr id="25" name="Picture 24" descr="File:PostgreSQL logo.3colors.540x557.png">
            <a:extLst>
              <a:ext uri="{FF2B5EF4-FFF2-40B4-BE49-F238E27FC236}">
                <a16:creationId xmlns:a16="http://schemas.microsoft.com/office/drawing/2014/main" id="{C1BAF5E8-F08F-4DC6-F6D0-652EC26F922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15453" y="3599995"/>
            <a:ext cx="266622" cy="275016"/>
          </a:xfrm>
          <a:prstGeom prst="rect">
            <a:avLst/>
          </a:prstGeom>
        </p:spPr>
      </p:pic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5A1544F6-58E8-7006-27B2-97E819A5EED7}"/>
              </a:ext>
            </a:extLst>
          </p:cNvPr>
          <p:cNvCxnSpPr>
            <a:cxnSpLocks/>
            <a:stCxn id="24" idx="2"/>
            <a:endCxn id="646" idx="1"/>
          </p:cNvCxnSpPr>
          <p:nvPr/>
        </p:nvCxnSpPr>
        <p:spPr>
          <a:xfrm rot="16200000" flipH="1">
            <a:off x="1786773" y="2660213"/>
            <a:ext cx="1207563" cy="1688716"/>
          </a:xfrm>
          <a:prstGeom prst="bentConnector2">
            <a:avLst/>
          </a:prstGeom>
          <a:ln w="19050">
            <a:solidFill>
              <a:srgbClr val="7151FD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8" name="Picture 57">
            <a:extLst>
              <a:ext uri="{FF2B5EF4-FFF2-40B4-BE49-F238E27FC236}">
                <a16:creationId xmlns:a16="http://schemas.microsoft.com/office/drawing/2014/main" id="{CC821966-7098-1CCC-5471-E9F4E64779B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69202" y="1077885"/>
            <a:ext cx="357449" cy="357449"/>
          </a:xfrm>
          <a:prstGeom prst="rect">
            <a:avLst/>
          </a:prstGeom>
          <a:noFill/>
          <a:ln>
            <a:noFill/>
          </a:ln>
        </p:spPr>
      </p:pic>
      <p:sp>
        <p:nvSpPr>
          <p:cNvPr id="584" name="Rectangle: Rounded Corners 583">
            <a:extLst>
              <a:ext uri="{FF2B5EF4-FFF2-40B4-BE49-F238E27FC236}">
                <a16:creationId xmlns:a16="http://schemas.microsoft.com/office/drawing/2014/main" id="{BE78CD90-E400-E30D-5DA2-1D6E568B3A6B}"/>
              </a:ext>
            </a:extLst>
          </p:cNvPr>
          <p:cNvSpPr/>
          <p:nvPr/>
        </p:nvSpPr>
        <p:spPr>
          <a:xfrm>
            <a:off x="1893581" y="877821"/>
            <a:ext cx="1074401" cy="753940"/>
          </a:xfrm>
          <a:prstGeom prst="roundRect">
            <a:avLst/>
          </a:prstGeom>
          <a:solidFill>
            <a:srgbClr val="7151FD"/>
          </a:solidFill>
          <a:ln w="12700">
            <a:solidFill>
              <a:schemeClr val="bg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Search pages</a:t>
            </a:r>
          </a:p>
        </p:txBody>
      </p:sp>
      <p:sp>
        <p:nvSpPr>
          <p:cNvPr id="586" name="Rectangle: Rounded Corners 585">
            <a:extLst>
              <a:ext uri="{FF2B5EF4-FFF2-40B4-BE49-F238E27FC236}">
                <a16:creationId xmlns:a16="http://schemas.microsoft.com/office/drawing/2014/main" id="{B0759ABA-32FB-787A-3BB7-5D5F72605966}"/>
              </a:ext>
            </a:extLst>
          </p:cNvPr>
          <p:cNvSpPr/>
          <p:nvPr/>
        </p:nvSpPr>
        <p:spPr>
          <a:xfrm>
            <a:off x="3234912" y="869688"/>
            <a:ext cx="1074401" cy="770206"/>
          </a:xfrm>
          <a:prstGeom prst="roundRect">
            <a:avLst/>
          </a:prstGeom>
          <a:solidFill>
            <a:srgbClr val="7151FD"/>
          </a:solidFill>
          <a:ln w="12700">
            <a:solidFill>
              <a:schemeClr val="bg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Deduplicate </a:t>
            </a:r>
          </a:p>
        </p:txBody>
      </p:sp>
      <p:cxnSp>
        <p:nvCxnSpPr>
          <p:cNvPr id="589" name="Straight Arrow Connector 588">
            <a:extLst>
              <a:ext uri="{FF2B5EF4-FFF2-40B4-BE49-F238E27FC236}">
                <a16:creationId xmlns:a16="http://schemas.microsoft.com/office/drawing/2014/main" id="{3E5399C2-9116-5725-12F8-314ECC68B921}"/>
              </a:ext>
            </a:extLst>
          </p:cNvPr>
          <p:cNvCxnSpPr>
            <a:cxnSpLocks/>
            <a:stCxn id="584" idx="3"/>
            <a:endCxn id="586" idx="1"/>
          </p:cNvCxnSpPr>
          <p:nvPr/>
        </p:nvCxnSpPr>
        <p:spPr>
          <a:xfrm>
            <a:off x="2967982" y="1254791"/>
            <a:ext cx="266930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596" name="Rectangle: Rounded Corners 595">
            <a:extLst>
              <a:ext uri="{FF2B5EF4-FFF2-40B4-BE49-F238E27FC236}">
                <a16:creationId xmlns:a16="http://schemas.microsoft.com/office/drawing/2014/main" id="{32688380-D69F-5BCA-A6B4-A1EC9374DEB9}"/>
              </a:ext>
            </a:extLst>
          </p:cNvPr>
          <p:cNvSpPr/>
          <p:nvPr/>
        </p:nvSpPr>
        <p:spPr>
          <a:xfrm>
            <a:off x="4570496" y="869688"/>
            <a:ext cx="1074401" cy="770206"/>
          </a:xfrm>
          <a:prstGeom prst="roundRect">
            <a:avLst/>
          </a:prstGeom>
          <a:solidFill>
            <a:srgbClr val="7151FD"/>
          </a:solidFill>
          <a:ln w="12700">
            <a:solidFill>
              <a:schemeClr val="bg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Retrieve details </a:t>
            </a:r>
          </a:p>
        </p:txBody>
      </p:sp>
      <p:cxnSp>
        <p:nvCxnSpPr>
          <p:cNvPr id="597" name="Straight Arrow Connector 596">
            <a:extLst>
              <a:ext uri="{FF2B5EF4-FFF2-40B4-BE49-F238E27FC236}">
                <a16:creationId xmlns:a16="http://schemas.microsoft.com/office/drawing/2014/main" id="{DD76276A-2DDC-4284-3A04-5C5DA8C40FDF}"/>
              </a:ext>
            </a:extLst>
          </p:cNvPr>
          <p:cNvCxnSpPr>
            <a:cxnSpLocks/>
            <a:stCxn id="586" idx="3"/>
            <a:endCxn id="596" idx="1"/>
          </p:cNvCxnSpPr>
          <p:nvPr/>
        </p:nvCxnSpPr>
        <p:spPr>
          <a:xfrm>
            <a:off x="4309313" y="1254791"/>
            <a:ext cx="261183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602" name="Straight Arrow Connector 601">
            <a:extLst>
              <a:ext uri="{FF2B5EF4-FFF2-40B4-BE49-F238E27FC236}">
                <a16:creationId xmlns:a16="http://schemas.microsoft.com/office/drawing/2014/main" id="{D802E682-B53F-8E4E-E917-337C3359B7F8}"/>
              </a:ext>
            </a:extLst>
          </p:cNvPr>
          <p:cNvCxnSpPr>
            <a:cxnSpLocks/>
            <a:stCxn id="596" idx="3"/>
            <a:endCxn id="46" idx="1"/>
          </p:cNvCxnSpPr>
          <p:nvPr/>
        </p:nvCxnSpPr>
        <p:spPr>
          <a:xfrm>
            <a:off x="5644897" y="1254791"/>
            <a:ext cx="261183" cy="3323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613" name="Rectangle: Rounded Corners 612">
            <a:extLst>
              <a:ext uri="{FF2B5EF4-FFF2-40B4-BE49-F238E27FC236}">
                <a16:creationId xmlns:a16="http://schemas.microsoft.com/office/drawing/2014/main" id="{D32BFF97-8A79-87EE-716F-28D14EC69828}"/>
              </a:ext>
            </a:extLst>
          </p:cNvPr>
          <p:cNvSpPr/>
          <p:nvPr/>
        </p:nvSpPr>
        <p:spPr>
          <a:xfrm>
            <a:off x="2558441" y="2301665"/>
            <a:ext cx="1074401" cy="741700"/>
          </a:xfrm>
          <a:prstGeom prst="roundRect">
            <a:avLst/>
          </a:prstGeom>
          <a:solidFill>
            <a:srgbClr val="7151FD"/>
          </a:solidFill>
          <a:ln w="12700">
            <a:solidFill>
              <a:schemeClr val="bg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Geocode missing coordinates </a:t>
            </a:r>
          </a:p>
        </p:txBody>
      </p:sp>
      <p:sp>
        <p:nvSpPr>
          <p:cNvPr id="615" name="Rectangle: Rounded Corners 614">
            <a:extLst>
              <a:ext uri="{FF2B5EF4-FFF2-40B4-BE49-F238E27FC236}">
                <a16:creationId xmlns:a16="http://schemas.microsoft.com/office/drawing/2014/main" id="{7DFE8153-B517-60EF-9FC9-DE43EFCB6005}"/>
              </a:ext>
            </a:extLst>
          </p:cNvPr>
          <p:cNvSpPr/>
          <p:nvPr/>
        </p:nvSpPr>
        <p:spPr>
          <a:xfrm>
            <a:off x="3902703" y="2301665"/>
            <a:ext cx="1074401" cy="741700"/>
          </a:xfrm>
          <a:prstGeom prst="roundRect">
            <a:avLst/>
          </a:prstGeom>
          <a:solidFill>
            <a:srgbClr val="7151FD"/>
          </a:solidFill>
          <a:ln w="12700">
            <a:solidFill>
              <a:schemeClr val="bg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Convert to internal schema</a:t>
            </a:r>
          </a:p>
        </p:txBody>
      </p:sp>
      <p:cxnSp>
        <p:nvCxnSpPr>
          <p:cNvPr id="623" name="Straight Arrow Connector 622">
            <a:extLst>
              <a:ext uri="{FF2B5EF4-FFF2-40B4-BE49-F238E27FC236}">
                <a16:creationId xmlns:a16="http://schemas.microsoft.com/office/drawing/2014/main" id="{5D395E18-4581-9793-4CDF-62B6621BE0CE}"/>
              </a:ext>
            </a:extLst>
          </p:cNvPr>
          <p:cNvCxnSpPr>
            <a:cxnSpLocks/>
            <a:stCxn id="615" idx="1"/>
            <a:endCxn id="613" idx="3"/>
          </p:cNvCxnSpPr>
          <p:nvPr/>
        </p:nvCxnSpPr>
        <p:spPr>
          <a:xfrm flipH="1">
            <a:off x="3632842" y="2672515"/>
            <a:ext cx="269861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627" name="Straight Arrow Connector 626">
            <a:extLst>
              <a:ext uri="{FF2B5EF4-FFF2-40B4-BE49-F238E27FC236}">
                <a16:creationId xmlns:a16="http://schemas.microsoft.com/office/drawing/2014/main" id="{6C55DF61-3240-4D37-F1C1-C496222FA367}"/>
              </a:ext>
            </a:extLst>
          </p:cNvPr>
          <p:cNvCxnSpPr>
            <a:cxnSpLocks/>
            <a:stCxn id="613" idx="1"/>
            <a:endCxn id="24" idx="3"/>
          </p:cNvCxnSpPr>
          <p:nvPr/>
        </p:nvCxnSpPr>
        <p:spPr>
          <a:xfrm flipH="1">
            <a:off x="1742944" y="2672515"/>
            <a:ext cx="815497" cy="1905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646" name="Rectangle: Rounded Corners 645">
            <a:extLst>
              <a:ext uri="{FF2B5EF4-FFF2-40B4-BE49-F238E27FC236}">
                <a16:creationId xmlns:a16="http://schemas.microsoft.com/office/drawing/2014/main" id="{FAC9641B-898E-685A-51E9-A1BF9DD6284F}"/>
              </a:ext>
            </a:extLst>
          </p:cNvPr>
          <p:cNvSpPr/>
          <p:nvPr/>
        </p:nvSpPr>
        <p:spPr>
          <a:xfrm>
            <a:off x="3234912" y="3737503"/>
            <a:ext cx="1074401" cy="741700"/>
          </a:xfrm>
          <a:prstGeom prst="roundRect">
            <a:avLst/>
          </a:prstGeom>
          <a:solidFill>
            <a:srgbClr val="7151FD"/>
          </a:solidFill>
          <a:ln w="12700">
            <a:solidFill>
              <a:schemeClr val="bg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Create or update database records</a:t>
            </a:r>
          </a:p>
        </p:txBody>
      </p:sp>
      <p:sp>
        <p:nvSpPr>
          <p:cNvPr id="681" name="Rectangle 680">
            <a:extLst>
              <a:ext uri="{FF2B5EF4-FFF2-40B4-BE49-F238E27FC236}">
                <a16:creationId xmlns:a16="http://schemas.microsoft.com/office/drawing/2014/main" id="{6F6B7538-04AE-7A7E-4B93-029BE0A67469}"/>
              </a:ext>
            </a:extLst>
          </p:cNvPr>
          <p:cNvSpPr/>
          <p:nvPr/>
        </p:nvSpPr>
        <p:spPr>
          <a:xfrm>
            <a:off x="6503185" y="2079853"/>
            <a:ext cx="1818275" cy="1183841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dirty="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data/processed/</a:t>
            </a:r>
            <a:r>
              <a:rPr lang="en-US" sz="800" dirty="0" err="1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arbeitsagentur</a:t>
            </a:r>
            <a:endParaRPr lang="en-US" sz="800" dirty="0">
              <a:solidFill>
                <a:schemeClr val="bg1">
                  <a:lumMod val="95000"/>
                </a:schemeClr>
              </a:solidFill>
              <a:latin typeface="Consolas" panose="020B0609020204030204" pitchFamily="49" charset="0"/>
            </a:endParaRPr>
          </a:p>
          <a:p>
            <a:r>
              <a:rPr lang="en-US" sz="800" dirty="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└───2026-08-03T11-14-18Z</a:t>
            </a:r>
          </a:p>
          <a:p>
            <a:r>
              <a:rPr lang="en-US" sz="800" dirty="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    │   </a:t>
            </a:r>
            <a:r>
              <a:rPr lang="en-US" sz="800" dirty="0">
                <a:solidFill>
                  <a:schemeClr val="bg1">
                    <a:lumMod val="95000"/>
                  </a:schemeClr>
                </a:solidFill>
              </a:rPr>
              <a:t>clean-</a:t>
            </a:r>
            <a:r>
              <a:rPr lang="en-US" sz="800" dirty="0" err="1">
                <a:solidFill>
                  <a:schemeClr val="bg1">
                    <a:lumMod val="95000"/>
                  </a:schemeClr>
                </a:solidFill>
              </a:rPr>
              <a:t>jobs.json</a:t>
            </a:r>
            <a:endParaRPr lang="en-US" sz="800" dirty="0">
              <a:solidFill>
                <a:schemeClr val="bg1">
                  <a:lumMod val="95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683" name="Rectangle 682">
            <a:extLst>
              <a:ext uri="{FF2B5EF4-FFF2-40B4-BE49-F238E27FC236}">
                <a16:creationId xmlns:a16="http://schemas.microsoft.com/office/drawing/2014/main" id="{E57FDD88-1AA5-BE87-F562-464E2B16FA5D}"/>
              </a:ext>
            </a:extLst>
          </p:cNvPr>
          <p:cNvSpPr/>
          <p:nvPr/>
        </p:nvSpPr>
        <p:spPr>
          <a:xfrm>
            <a:off x="6503185" y="659574"/>
            <a:ext cx="1818275" cy="1183841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dirty="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data/raw/</a:t>
            </a:r>
            <a:r>
              <a:rPr lang="en-US" sz="800" dirty="0" err="1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arbeitsagentur</a:t>
            </a:r>
            <a:endParaRPr lang="en-US" sz="800" dirty="0">
              <a:solidFill>
                <a:schemeClr val="bg1">
                  <a:lumMod val="95000"/>
                </a:schemeClr>
              </a:solidFill>
              <a:latin typeface="Consolas" panose="020B0609020204030204" pitchFamily="49" charset="0"/>
            </a:endParaRPr>
          </a:p>
          <a:p>
            <a:r>
              <a:rPr lang="en-US" sz="800" dirty="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└───2026-08-03T11-14-18Z</a:t>
            </a:r>
          </a:p>
          <a:p>
            <a:r>
              <a:rPr lang="en-US" sz="800" dirty="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    │   job-</a:t>
            </a:r>
            <a:r>
              <a:rPr lang="en-US" sz="800" dirty="0" err="1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details.json</a:t>
            </a:r>
            <a:endParaRPr lang="en-US" sz="800" dirty="0">
              <a:solidFill>
                <a:schemeClr val="bg1">
                  <a:lumMod val="95000"/>
                </a:schemeClr>
              </a:solidFill>
              <a:latin typeface="Consolas" panose="020B0609020204030204" pitchFamily="49" charset="0"/>
            </a:endParaRPr>
          </a:p>
          <a:p>
            <a:r>
              <a:rPr lang="en-US" sz="800" dirty="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    │   job-details-</a:t>
            </a:r>
            <a:r>
              <a:rPr lang="en-US" sz="800" dirty="0" err="1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f.json</a:t>
            </a:r>
            <a:endParaRPr lang="en-US" sz="800" dirty="0">
              <a:solidFill>
                <a:schemeClr val="bg1">
                  <a:lumMod val="95000"/>
                </a:schemeClr>
              </a:solidFill>
              <a:latin typeface="Consolas" panose="020B0609020204030204" pitchFamily="49" charset="0"/>
            </a:endParaRPr>
          </a:p>
          <a:p>
            <a:r>
              <a:rPr lang="en-US" sz="800" dirty="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    └───search-results</a:t>
            </a:r>
          </a:p>
          <a:p>
            <a:r>
              <a:rPr lang="en-US" sz="800" dirty="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        └───data-engineer</a:t>
            </a:r>
          </a:p>
          <a:p>
            <a:r>
              <a:rPr lang="en-US" sz="800" dirty="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                page-001.json</a:t>
            </a:r>
          </a:p>
          <a:p>
            <a:r>
              <a:rPr lang="en-US" sz="800" dirty="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                page-002.json</a:t>
            </a:r>
            <a:endParaRPr lang="en-US" sz="800" dirty="0"/>
          </a:p>
        </p:txBody>
      </p:sp>
      <p:cxnSp>
        <p:nvCxnSpPr>
          <p:cNvPr id="693" name="Straight Arrow Connector 692">
            <a:extLst>
              <a:ext uri="{FF2B5EF4-FFF2-40B4-BE49-F238E27FC236}">
                <a16:creationId xmlns:a16="http://schemas.microsoft.com/office/drawing/2014/main" id="{0EF52BA8-C289-7336-A68A-33F03BDB8964}"/>
              </a:ext>
            </a:extLst>
          </p:cNvPr>
          <p:cNvCxnSpPr>
            <a:cxnSpLocks/>
            <a:stCxn id="646" idx="3"/>
            <a:endCxn id="44" idx="1"/>
          </p:cNvCxnSpPr>
          <p:nvPr/>
        </p:nvCxnSpPr>
        <p:spPr>
          <a:xfrm>
            <a:off x="4309313" y="4108353"/>
            <a:ext cx="1516932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7975EE54-85E5-3D7E-6B24-B886D2DB4AA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75975" y="729713"/>
            <a:ext cx="253705" cy="27995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295C1F3-4ABB-3509-9B36-3EC51D91049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23201" y="2137864"/>
            <a:ext cx="253705" cy="279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68610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2">
          <a:extLst>
            <a:ext uri="{FF2B5EF4-FFF2-40B4-BE49-F238E27FC236}">
              <a16:creationId xmlns:a16="http://schemas.microsoft.com/office/drawing/2014/main" id="{86BCAE19-626F-0A4C-20D7-099167624F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Google Shape;633;p91">
            <a:extLst>
              <a:ext uri="{FF2B5EF4-FFF2-40B4-BE49-F238E27FC236}">
                <a16:creationId xmlns:a16="http://schemas.microsoft.com/office/drawing/2014/main" id="{D35DCA47-32C4-3F81-5E1F-3545BA4DAB98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549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>
                <a:latin typeface="Work Sans"/>
                <a:ea typeface="Work Sans"/>
                <a:cs typeface="Work Sans"/>
                <a:sym typeface="Work Sans"/>
              </a:rPr>
              <a:t>From Job Advertisements to Comparable Data</a:t>
            </a:r>
            <a:endParaRPr sz="1500" dirty="0">
              <a:solidFill>
                <a:schemeClr val="dk2"/>
              </a:solidFill>
            </a:endParaRPr>
          </a:p>
        </p:txBody>
      </p:sp>
      <p:pic>
        <p:nvPicPr>
          <p:cNvPr id="640" name="Google Shape;640;p91" title="Fichier 20.png">
            <a:extLst>
              <a:ext uri="{FF2B5EF4-FFF2-40B4-BE49-F238E27FC236}">
                <a16:creationId xmlns:a16="http://schemas.microsoft.com/office/drawing/2014/main" id="{E52905AB-80C8-4057-C442-3DC5527B7A42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2">
            <a:off x="7792129" y="-860609"/>
            <a:ext cx="4282176" cy="2117219"/>
          </a:xfrm>
          <a:prstGeom prst="rect">
            <a:avLst/>
          </a:prstGeom>
          <a:noFill/>
          <a:ln>
            <a:noFill/>
          </a:ln>
        </p:spPr>
      </p:pic>
      <p:pic>
        <p:nvPicPr>
          <p:cNvPr id="641" name="Google Shape;641;p91" title="Fichier 20.png">
            <a:extLst>
              <a:ext uri="{FF2B5EF4-FFF2-40B4-BE49-F238E27FC236}">
                <a16:creationId xmlns:a16="http://schemas.microsoft.com/office/drawing/2014/main" id="{332F1C11-21A7-EA60-2DB3-5D3A8339AC79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r="55255"/>
          <a:stretch/>
        </p:blipFill>
        <p:spPr>
          <a:xfrm rot="5400000">
            <a:off x="7892662" y="3745888"/>
            <a:ext cx="1916151" cy="2117225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1363043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2">
          <a:extLst>
            <a:ext uri="{FF2B5EF4-FFF2-40B4-BE49-F238E27FC236}">
              <a16:creationId xmlns:a16="http://schemas.microsoft.com/office/drawing/2014/main" id="{5934A105-1565-8E9E-79D9-C08D8FB302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0" name="Rectangle 769">
            <a:extLst>
              <a:ext uri="{FF2B5EF4-FFF2-40B4-BE49-F238E27FC236}">
                <a16:creationId xmlns:a16="http://schemas.microsoft.com/office/drawing/2014/main" id="{F3188604-7F83-AF2E-AFE4-C0D7A6FE202C}"/>
              </a:ext>
            </a:extLst>
          </p:cNvPr>
          <p:cNvSpPr/>
          <p:nvPr/>
        </p:nvSpPr>
        <p:spPr>
          <a:xfrm>
            <a:off x="760414" y="1256612"/>
            <a:ext cx="7672386" cy="3224902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14" name="Rectangle: Rounded Corners 613">
            <a:extLst>
              <a:ext uri="{FF2B5EF4-FFF2-40B4-BE49-F238E27FC236}">
                <a16:creationId xmlns:a16="http://schemas.microsoft.com/office/drawing/2014/main" id="{A359472B-AA9D-49AF-F703-5E0F188125BA}"/>
              </a:ext>
            </a:extLst>
          </p:cNvPr>
          <p:cNvSpPr/>
          <p:nvPr/>
        </p:nvSpPr>
        <p:spPr>
          <a:xfrm>
            <a:off x="1266819" y="2751022"/>
            <a:ext cx="2015806" cy="1051589"/>
          </a:xfrm>
          <a:prstGeom prst="roundRect">
            <a:avLst>
              <a:gd name="adj" fmla="val 35334"/>
            </a:avLst>
          </a:prstGeom>
          <a:solidFill>
            <a:srgbClr val="FFFFC0"/>
          </a:solidFill>
          <a:ln w="127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t"/>
          <a:lstStyle/>
          <a:p>
            <a:r>
              <a:rPr lang="en-US" sz="1000" i="1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first_publication_date</a:t>
            </a:r>
            <a:r>
              <a:rPr lang="en-US" sz="1000" i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</a:t>
            </a:r>
            <a: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← JSON</a:t>
            </a:r>
          </a:p>
          <a:p>
            <a:r>
              <a:rPr lang="en-US" sz="1000" i="1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modified_at</a:t>
            </a:r>
            <a: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← JSON</a:t>
            </a:r>
          </a:p>
          <a:p>
            <a:r>
              <a:rPr lang="en-US" sz="1000" i="1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publication_date</a:t>
            </a:r>
            <a:r>
              <a:rPr lang="en-US" sz="1000" i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</a:t>
            </a:r>
            <a: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← JSON</a:t>
            </a:r>
          </a:p>
          <a:p>
            <a:endParaRPr lang="en-US" sz="1000" i="1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r>
              <a:rPr lang="en-US" sz="1000" i="1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republish_count</a:t>
            </a:r>
            <a:r>
              <a:rPr lang="en-US" sz="1000" i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</a:t>
            </a:r>
            <a: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←0</a:t>
            </a:r>
          </a:p>
        </p:txBody>
      </p:sp>
      <p:sp>
        <p:nvSpPr>
          <p:cNvPr id="606" name="Diamond 605">
            <a:extLst>
              <a:ext uri="{FF2B5EF4-FFF2-40B4-BE49-F238E27FC236}">
                <a16:creationId xmlns:a16="http://schemas.microsoft.com/office/drawing/2014/main" id="{485896DF-E7D8-7E7F-C967-F92F681B27B9}"/>
              </a:ext>
            </a:extLst>
          </p:cNvPr>
          <p:cNvSpPr/>
          <p:nvPr/>
        </p:nvSpPr>
        <p:spPr>
          <a:xfrm>
            <a:off x="5827407" y="1435886"/>
            <a:ext cx="1622028" cy="983544"/>
          </a:xfrm>
          <a:prstGeom prst="diamond">
            <a:avLst/>
          </a:prstGeom>
          <a:solidFill>
            <a:srgbClr val="FFFFC0"/>
          </a:solidFill>
          <a:ln w="127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Has </a:t>
            </a:r>
            <a:r>
              <a:rPr lang="en-US" sz="1000" i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publication_ date </a:t>
            </a:r>
            <a: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changed?</a:t>
            </a:r>
          </a:p>
        </p:txBody>
      </p:sp>
      <p:sp>
        <p:nvSpPr>
          <p:cNvPr id="612" name="Diamond 611">
            <a:extLst>
              <a:ext uri="{FF2B5EF4-FFF2-40B4-BE49-F238E27FC236}">
                <a16:creationId xmlns:a16="http://schemas.microsoft.com/office/drawing/2014/main" id="{FBDF46A3-F257-9BD4-F988-ECBA28A4EA4A}"/>
              </a:ext>
            </a:extLst>
          </p:cNvPr>
          <p:cNvSpPr/>
          <p:nvPr/>
        </p:nvSpPr>
        <p:spPr>
          <a:xfrm>
            <a:off x="3642875" y="1435886"/>
            <a:ext cx="1622028" cy="983544"/>
          </a:xfrm>
          <a:prstGeom prst="diamond">
            <a:avLst/>
          </a:prstGeom>
          <a:solidFill>
            <a:srgbClr val="FFFFC0"/>
          </a:solidFill>
          <a:ln w="127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Has </a:t>
            </a:r>
            <a:r>
              <a:rPr lang="en-US" sz="1000" i="1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modified_at</a:t>
            </a:r>
            <a: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changed?</a:t>
            </a:r>
          </a:p>
        </p:txBody>
      </p:sp>
      <p:sp>
        <p:nvSpPr>
          <p:cNvPr id="616" name="Rectangle: Rounded Corners 615">
            <a:extLst>
              <a:ext uri="{FF2B5EF4-FFF2-40B4-BE49-F238E27FC236}">
                <a16:creationId xmlns:a16="http://schemas.microsoft.com/office/drawing/2014/main" id="{AB0F2FF9-9428-5761-E4BB-6AAB4C36EA8A}"/>
              </a:ext>
            </a:extLst>
          </p:cNvPr>
          <p:cNvSpPr/>
          <p:nvPr/>
        </p:nvSpPr>
        <p:spPr>
          <a:xfrm>
            <a:off x="3445986" y="2751023"/>
            <a:ext cx="2015806" cy="1051589"/>
          </a:xfrm>
          <a:prstGeom prst="roundRect">
            <a:avLst>
              <a:gd name="adj" fmla="val 35334"/>
            </a:avLst>
          </a:prstGeom>
          <a:solidFill>
            <a:srgbClr val="FFFFC0"/>
          </a:solidFill>
          <a:ln w="127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t"/>
          <a:lstStyle/>
          <a:p>
            <a:r>
              <a:rPr lang="en-US" sz="1000" i="1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modified_at</a:t>
            </a:r>
            <a:r>
              <a:rPr lang="en-US" sz="1000" i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</a:t>
            </a:r>
            <a: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← JSON</a:t>
            </a:r>
            <a:endParaRPr lang="en-US" sz="1000" i="1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r>
              <a:rPr lang="en-US" sz="1000" i="1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publication_date</a:t>
            </a:r>
            <a:r>
              <a:rPr lang="en-US" sz="1000" i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</a:t>
            </a:r>
            <a: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← JSON</a:t>
            </a:r>
          </a:p>
          <a:p>
            <a:endParaRPr lang="en-US" sz="1000" i="1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r>
              <a:rPr lang="en-US" sz="1000" i="1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republish_count</a:t>
            </a:r>
            <a:r>
              <a:rPr lang="en-US" sz="1000" i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</a:t>
            </a:r>
            <a: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← 0</a:t>
            </a:r>
          </a:p>
        </p:txBody>
      </p:sp>
      <p:sp>
        <p:nvSpPr>
          <p:cNvPr id="671" name="Rectangle: Rounded Corners 670">
            <a:extLst>
              <a:ext uri="{FF2B5EF4-FFF2-40B4-BE49-F238E27FC236}">
                <a16:creationId xmlns:a16="http://schemas.microsoft.com/office/drawing/2014/main" id="{071FCF9E-3303-1387-5DD1-F0E80D53215C}"/>
              </a:ext>
            </a:extLst>
          </p:cNvPr>
          <p:cNvSpPr/>
          <p:nvPr/>
        </p:nvSpPr>
        <p:spPr>
          <a:xfrm>
            <a:off x="5630518" y="2751022"/>
            <a:ext cx="2015806" cy="1051589"/>
          </a:xfrm>
          <a:prstGeom prst="roundRect">
            <a:avLst>
              <a:gd name="adj" fmla="val 35334"/>
            </a:avLst>
          </a:prstGeom>
          <a:solidFill>
            <a:srgbClr val="FFFFC0"/>
          </a:solidFill>
          <a:ln w="127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t"/>
          <a:lstStyle/>
          <a:p>
            <a:r>
              <a:rPr lang="en-US" sz="1000" i="1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publication_date</a:t>
            </a:r>
            <a:r>
              <a:rPr lang="en-US" sz="1000" i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← JSON</a:t>
            </a:r>
          </a:p>
          <a:p>
            <a:endParaRPr lang="en-US" sz="1000" i="1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r>
              <a:rPr lang="en-US" sz="1000" i="1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republish_count</a:t>
            </a:r>
            <a:r>
              <a:rPr lang="en-US" sz="1000" i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++</a:t>
            </a:r>
            <a:endParaRPr lang="en-US" sz="10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686" name="Diamond 685">
            <a:extLst>
              <a:ext uri="{FF2B5EF4-FFF2-40B4-BE49-F238E27FC236}">
                <a16:creationId xmlns:a16="http://schemas.microsoft.com/office/drawing/2014/main" id="{13C611E5-5462-A97D-D3B5-FF2419235E6B}"/>
              </a:ext>
            </a:extLst>
          </p:cNvPr>
          <p:cNvSpPr/>
          <p:nvPr/>
        </p:nvSpPr>
        <p:spPr>
          <a:xfrm>
            <a:off x="1463708" y="1435886"/>
            <a:ext cx="1622028" cy="983544"/>
          </a:xfrm>
          <a:prstGeom prst="diamond">
            <a:avLst/>
          </a:prstGeom>
          <a:solidFill>
            <a:srgbClr val="FFFFC0"/>
          </a:solidFill>
          <a:ln w="127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Already </a:t>
            </a:r>
            <a:r>
              <a:rPr lang="en-US" sz="10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i</a:t>
            </a:r>
            <a: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database?</a:t>
            </a:r>
          </a:p>
        </p:txBody>
      </p:sp>
      <p:sp>
        <p:nvSpPr>
          <p:cNvPr id="684" name="Oval 683">
            <a:extLst>
              <a:ext uri="{FF2B5EF4-FFF2-40B4-BE49-F238E27FC236}">
                <a16:creationId xmlns:a16="http://schemas.microsoft.com/office/drawing/2014/main" id="{F57A6728-491F-D2E8-B867-69D3AEFBEAD2}"/>
              </a:ext>
            </a:extLst>
          </p:cNvPr>
          <p:cNvSpPr/>
          <p:nvPr/>
        </p:nvSpPr>
        <p:spPr>
          <a:xfrm>
            <a:off x="846525" y="1804547"/>
            <a:ext cx="246221" cy="246221"/>
          </a:xfrm>
          <a:prstGeom prst="ellipse">
            <a:avLst/>
          </a:prstGeom>
          <a:solidFill>
            <a:schemeClr val="tx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33" name="Google Shape;633;p91">
            <a:extLst>
              <a:ext uri="{FF2B5EF4-FFF2-40B4-BE49-F238E27FC236}">
                <a16:creationId xmlns:a16="http://schemas.microsoft.com/office/drawing/2014/main" id="{A3304F64-3404-0A9D-002F-CCC069DA0697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549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>
                <a:latin typeface="Work Sans"/>
                <a:ea typeface="Work Sans"/>
                <a:cs typeface="Work Sans"/>
                <a:sym typeface="Work Sans"/>
              </a:rPr>
              <a:t>Tracking Job Freshness</a:t>
            </a:r>
            <a:endParaRPr sz="1500" dirty="0">
              <a:solidFill>
                <a:schemeClr val="dk2"/>
              </a:solidFill>
            </a:endParaRPr>
          </a:p>
        </p:txBody>
      </p:sp>
      <p:pic>
        <p:nvPicPr>
          <p:cNvPr id="640" name="Google Shape;640;p91" title="Fichier 20.png">
            <a:extLst>
              <a:ext uri="{FF2B5EF4-FFF2-40B4-BE49-F238E27FC236}">
                <a16:creationId xmlns:a16="http://schemas.microsoft.com/office/drawing/2014/main" id="{589C5C5E-FCD5-3523-1CE8-149488591D00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2">
            <a:off x="7792129" y="-860609"/>
            <a:ext cx="4282176" cy="2117219"/>
          </a:xfrm>
          <a:prstGeom prst="rect">
            <a:avLst/>
          </a:prstGeom>
          <a:noFill/>
          <a:ln>
            <a:noFill/>
          </a:ln>
        </p:spPr>
      </p:pic>
      <p:pic>
        <p:nvPicPr>
          <p:cNvPr id="641" name="Google Shape;641;p91" title="Fichier 20.png">
            <a:extLst>
              <a:ext uri="{FF2B5EF4-FFF2-40B4-BE49-F238E27FC236}">
                <a16:creationId xmlns:a16="http://schemas.microsoft.com/office/drawing/2014/main" id="{68986EA9-AE22-73FE-AF3D-0D16234CB36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r="55255"/>
          <a:stretch/>
        </p:blipFill>
        <p:spPr>
          <a:xfrm rot="5400000">
            <a:off x="7892662" y="3745888"/>
            <a:ext cx="1916151" cy="2117225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27A35B76-BFE6-5162-98B2-4E3E200FEFE4}"/>
              </a:ext>
            </a:extLst>
          </p:cNvPr>
          <p:cNvSpPr txBox="1"/>
          <p:nvPr/>
        </p:nvSpPr>
        <p:spPr>
          <a:xfrm>
            <a:off x="198000" y="707612"/>
            <a:ext cx="80447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Problem: </a:t>
            </a:r>
            <a:r>
              <a:rPr lang="en-US" dirty="0"/>
              <a:t>recent publication date ≠ necessarily a fresh advertisement.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C07FA96-9EA1-B03A-B8EA-3EA59A741B61}"/>
              </a:ext>
            </a:extLst>
          </p:cNvPr>
          <p:cNvSpPr txBox="1"/>
          <p:nvPr/>
        </p:nvSpPr>
        <p:spPr>
          <a:xfrm>
            <a:off x="5252647" y="1673153"/>
            <a:ext cx="41828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no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CF7B6FD4-B700-AAF8-7DFB-B08145EC6F33}"/>
              </a:ext>
            </a:extLst>
          </p:cNvPr>
          <p:cNvSpPr txBox="1"/>
          <p:nvPr/>
        </p:nvSpPr>
        <p:spPr>
          <a:xfrm>
            <a:off x="2272039" y="2413576"/>
            <a:ext cx="41828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no</a:t>
            </a:r>
          </a:p>
        </p:txBody>
      </p:sp>
      <p:sp>
        <p:nvSpPr>
          <p:cNvPr id="610" name="Diamond 609">
            <a:extLst>
              <a:ext uri="{FF2B5EF4-FFF2-40B4-BE49-F238E27FC236}">
                <a16:creationId xmlns:a16="http://schemas.microsoft.com/office/drawing/2014/main" id="{70B4DA29-A513-81A7-9DBA-A28C213AD9F1}"/>
              </a:ext>
            </a:extLst>
          </p:cNvPr>
          <p:cNvSpPr/>
          <p:nvPr/>
        </p:nvSpPr>
        <p:spPr>
          <a:xfrm>
            <a:off x="1463708" y="1435886"/>
            <a:ext cx="1622028" cy="983544"/>
          </a:xfrm>
          <a:prstGeom prst="diamond">
            <a:avLst/>
          </a:prstGeom>
          <a:solidFill>
            <a:srgbClr val="FFFFC0"/>
          </a:solidFill>
          <a:ln w="127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Already in database?</a:t>
            </a:r>
          </a:p>
        </p:txBody>
      </p:sp>
      <p:cxnSp>
        <p:nvCxnSpPr>
          <p:cNvPr id="618" name="Straight Arrow Connector 617">
            <a:extLst>
              <a:ext uri="{FF2B5EF4-FFF2-40B4-BE49-F238E27FC236}">
                <a16:creationId xmlns:a16="http://schemas.microsoft.com/office/drawing/2014/main" id="{2316646D-327D-6316-3F14-6D7784A6FC31}"/>
              </a:ext>
            </a:extLst>
          </p:cNvPr>
          <p:cNvCxnSpPr>
            <a:cxnSpLocks/>
            <a:stCxn id="610" idx="2"/>
            <a:endCxn id="614" idx="0"/>
          </p:cNvCxnSpPr>
          <p:nvPr/>
        </p:nvCxnSpPr>
        <p:spPr>
          <a:xfrm>
            <a:off x="2274722" y="2419430"/>
            <a:ext cx="0" cy="331592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7" name="TextBox 626">
            <a:extLst>
              <a:ext uri="{FF2B5EF4-FFF2-40B4-BE49-F238E27FC236}">
                <a16:creationId xmlns:a16="http://schemas.microsoft.com/office/drawing/2014/main" id="{6C2D0345-CB40-0E8E-46A0-51BA763268DE}"/>
              </a:ext>
            </a:extLst>
          </p:cNvPr>
          <p:cNvSpPr txBox="1"/>
          <p:nvPr/>
        </p:nvSpPr>
        <p:spPr>
          <a:xfrm>
            <a:off x="3068115" y="1660937"/>
            <a:ext cx="41828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yes</a:t>
            </a:r>
          </a:p>
        </p:txBody>
      </p:sp>
      <p:cxnSp>
        <p:nvCxnSpPr>
          <p:cNvPr id="628" name="Straight Arrow Connector 627">
            <a:extLst>
              <a:ext uri="{FF2B5EF4-FFF2-40B4-BE49-F238E27FC236}">
                <a16:creationId xmlns:a16="http://schemas.microsoft.com/office/drawing/2014/main" id="{889D8635-6302-837F-0E2D-229DB13CD3FF}"/>
              </a:ext>
            </a:extLst>
          </p:cNvPr>
          <p:cNvCxnSpPr>
            <a:cxnSpLocks/>
            <a:stCxn id="612" idx="2"/>
            <a:endCxn id="616" idx="0"/>
          </p:cNvCxnSpPr>
          <p:nvPr/>
        </p:nvCxnSpPr>
        <p:spPr>
          <a:xfrm>
            <a:off x="4453889" y="2419430"/>
            <a:ext cx="0" cy="331593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1" name="TextBox 630">
            <a:extLst>
              <a:ext uri="{FF2B5EF4-FFF2-40B4-BE49-F238E27FC236}">
                <a16:creationId xmlns:a16="http://schemas.microsoft.com/office/drawing/2014/main" id="{064D94B8-7239-DCFD-8FEC-35CD6F0D07B9}"/>
              </a:ext>
            </a:extLst>
          </p:cNvPr>
          <p:cNvSpPr txBox="1"/>
          <p:nvPr/>
        </p:nvSpPr>
        <p:spPr>
          <a:xfrm>
            <a:off x="6633053" y="2413575"/>
            <a:ext cx="41828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yes</a:t>
            </a:r>
          </a:p>
        </p:txBody>
      </p:sp>
      <p:cxnSp>
        <p:nvCxnSpPr>
          <p:cNvPr id="632" name="Straight Arrow Connector 631">
            <a:extLst>
              <a:ext uri="{FF2B5EF4-FFF2-40B4-BE49-F238E27FC236}">
                <a16:creationId xmlns:a16="http://schemas.microsoft.com/office/drawing/2014/main" id="{504E5490-2DFE-145D-3803-262EA3C0FC52}"/>
              </a:ext>
            </a:extLst>
          </p:cNvPr>
          <p:cNvCxnSpPr>
            <a:cxnSpLocks/>
            <a:stCxn id="606" idx="2"/>
            <a:endCxn id="671" idx="0"/>
          </p:cNvCxnSpPr>
          <p:nvPr/>
        </p:nvCxnSpPr>
        <p:spPr>
          <a:xfrm>
            <a:off x="6638421" y="2419430"/>
            <a:ext cx="0" cy="331592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4" name="Straight Arrow Connector 633">
            <a:extLst>
              <a:ext uri="{FF2B5EF4-FFF2-40B4-BE49-F238E27FC236}">
                <a16:creationId xmlns:a16="http://schemas.microsoft.com/office/drawing/2014/main" id="{CFEF0901-5039-5D60-44A3-04E3DC451649}"/>
              </a:ext>
            </a:extLst>
          </p:cNvPr>
          <p:cNvCxnSpPr>
            <a:cxnSpLocks/>
            <a:stCxn id="612" idx="3"/>
            <a:endCxn id="606" idx="1"/>
          </p:cNvCxnSpPr>
          <p:nvPr/>
        </p:nvCxnSpPr>
        <p:spPr>
          <a:xfrm>
            <a:off x="5264903" y="1927658"/>
            <a:ext cx="562504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7" name="TextBox 636">
            <a:extLst>
              <a:ext uri="{FF2B5EF4-FFF2-40B4-BE49-F238E27FC236}">
                <a16:creationId xmlns:a16="http://schemas.microsoft.com/office/drawing/2014/main" id="{3844A637-66C6-8235-44E8-2F8346879F96}"/>
              </a:ext>
            </a:extLst>
          </p:cNvPr>
          <p:cNvSpPr txBox="1"/>
          <p:nvPr/>
        </p:nvSpPr>
        <p:spPr>
          <a:xfrm>
            <a:off x="7437179" y="1660936"/>
            <a:ext cx="41828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no</a:t>
            </a:r>
          </a:p>
        </p:txBody>
      </p:sp>
      <p:cxnSp>
        <p:nvCxnSpPr>
          <p:cNvPr id="638" name="Straight Arrow Connector 637">
            <a:extLst>
              <a:ext uri="{FF2B5EF4-FFF2-40B4-BE49-F238E27FC236}">
                <a16:creationId xmlns:a16="http://schemas.microsoft.com/office/drawing/2014/main" id="{9243BF7D-2854-6532-9BF3-2D1543ACDE50}"/>
              </a:ext>
            </a:extLst>
          </p:cNvPr>
          <p:cNvCxnSpPr>
            <a:cxnSpLocks/>
            <a:stCxn id="606" idx="3"/>
            <a:endCxn id="649" idx="2"/>
          </p:cNvCxnSpPr>
          <p:nvPr/>
        </p:nvCxnSpPr>
        <p:spPr>
          <a:xfrm flipV="1">
            <a:off x="7449435" y="1919374"/>
            <a:ext cx="514575" cy="8284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52" name="Group 651">
            <a:extLst>
              <a:ext uri="{FF2B5EF4-FFF2-40B4-BE49-F238E27FC236}">
                <a16:creationId xmlns:a16="http://schemas.microsoft.com/office/drawing/2014/main" id="{2502F8BC-E511-5D33-3476-2E7B6D392D5E}"/>
              </a:ext>
            </a:extLst>
          </p:cNvPr>
          <p:cNvGrpSpPr/>
          <p:nvPr/>
        </p:nvGrpSpPr>
        <p:grpSpPr>
          <a:xfrm>
            <a:off x="7964010" y="1735541"/>
            <a:ext cx="367665" cy="367665"/>
            <a:chOff x="7069437" y="3218381"/>
            <a:chExt cx="367665" cy="367665"/>
          </a:xfrm>
        </p:grpSpPr>
        <p:sp>
          <p:nvSpPr>
            <p:cNvPr id="649" name="Oval 648">
              <a:extLst>
                <a:ext uri="{FF2B5EF4-FFF2-40B4-BE49-F238E27FC236}">
                  <a16:creationId xmlns:a16="http://schemas.microsoft.com/office/drawing/2014/main" id="{A4DBFF19-1601-5A82-EB92-507FBF47D1B8}"/>
                </a:ext>
              </a:extLst>
            </p:cNvPr>
            <p:cNvSpPr/>
            <p:nvPr/>
          </p:nvSpPr>
          <p:spPr>
            <a:xfrm>
              <a:off x="7069437" y="3218381"/>
              <a:ext cx="367665" cy="367665"/>
            </a:xfrm>
            <a:prstGeom prst="ellipse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51" name="Oval 650">
              <a:extLst>
                <a:ext uri="{FF2B5EF4-FFF2-40B4-BE49-F238E27FC236}">
                  <a16:creationId xmlns:a16="http://schemas.microsoft.com/office/drawing/2014/main" id="{1A23583B-2609-61FC-D376-4A22D2451D54}"/>
                </a:ext>
              </a:extLst>
            </p:cNvPr>
            <p:cNvSpPr/>
            <p:nvPr/>
          </p:nvSpPr>
          <p:spPr>
            <a:xfrm>
              <a:off x="7130281" y="3279306"/>
              <a:ext cx="246221" cy="246221"/>
            </a:xfrm>
            <a:prstGeom prst="ellipse">
              <a:avLst/>
            </a:prstGeom>
            <a:solidFill>
              <a:schemeClr val="tx1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665" name="Straight Arrow Connector 664">
            <a:extLst>
              <a:ext uri="{FF2B5EF4-FFF2-40B4-BE49-F238E27FC236}">
                <a16:creationId xmlns:a16="http://schemas.microsoft.com/office/drawing/2014/main" id="{C7758D13-CAE0-0C06-C3BC-E2833B7FAE69}"/>
              </a:ext>
            </a:extLst>
          </p:cNvPr>
          <p:cNvCxnSpPr>
            <a:cxnSpLocks/>
            <a:stCxn id="610" idx="3"/>
            <a:endCxn id="612" idx="1"/>
          </p:cNvCxnSpPr>
          <p:nvPr/>
        </p:nvCxnSpPr>
        <p:spPr>
          <a:xfrm>
            <a:off x="3085736" y="1927658"/>
            <a:ext cx="557139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6" name="Straight Arrow Connector 675">
            <a:extLst>
              <a:ext uri="{FF2B5EF4-FFF2-40B4-BE49-F238E27FC236}">
                <a16:creationId xmlns:a16="http://schemas.microsoft.com/office/drawing/2014/main" id="{BC298AFC-15EC-03C8-E935-21EEFCF7DC35}"/>
              </a:ext>
            </a:extLst>
          </p:cNvPr>
          <p:cNvCxnSpPr>
            <a:cxnSpLocks/>
            <a:stCxn id="684" idx="6"/>
            <a:endCxn id="610" idx="1"/>
          </p:cNvCxnSpPr>
          <p:nvPr/>
        </p:nvCxnSpPr>
        <p:spPr>
          <a:xfrm>
            <a:off x="1092746" y="1927658"/>
            <a:ext cx="370962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7" name="Straight Arrow Connector 696">
            <a:extLst>
              <a:ext uri="{FF2B5EF4-FFF2-40B4-BE49-F238E27FC236}">
                <a16:creationId xmlns:a16="http://schemas.microsoft.com/office/drawing/2014/main" id="{8AE54017-90E3-68C8-9D05-916A50BD605A}"/>
              </a:ext>
            </a:extLst>
          </p:cNvPr>
          <p:cNvCxnSpPr>
            <a:cxnSpLocks/>
            <a:stCxn id="671" idx="2"/>
            <a:endCxn id="764" idx="0"/>
          </p:cNvCxnSpPr>
          <p:nvPr/>
        </p:nvCxnSpPr>
        <p:spPr>
          <a:xfrm flipH="1">
            <a:off x="6630369" y="3802611"/>
            <a:ext cx="8052" cy="231194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0" name="Straight Arrow Connector 699">
            <a:extLst>
              <a:ext uri="{FF2B5EF4-FFF2-40B4-BE49-F238E27FC236}">
                <a16:creationId xmlns:a16="http://schemas.microsoft.com/office/drawing/2014/main" id="{E287E345-6D64-2A91-F060-E025896780F4}"/>
              </a:ext>
            </a:extLst>
          </p:cNvPr>
          <p:cNvCxnSpPr>
            <a:cxnSpLocks/>
            <a:stCxn id="616" idx="2"/>
            <a:endCxn id="760" idx="0"/>
          </p:cNvCxnSpPr>
          <p:nvPr/>
        </p:nvCxnSpPr>
        <p:spPr>
          <a:xfrm flipH="1">
            <a:off x="4451204" y="3802612"/>
            <a:ext cx="2685" cy="231193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1" name="Straight Arrow Connector 700">
            <a:extLst>
              <a:ext uri="{FF2B5EF4-FFF2-40B4-BE49-F238E27FC236}">
                <a16:creationId xmlns:a16="http://schemas.microsoft.com/office/drawing/2014/main" id="{C89F839E-A019-99D1-713A-93659FC5204F}"/>
              </a:ext>
            </a:extLst>
          </p:cNvPr>
          <p:cNvCxnSpPr>
            <a:cxnSpLocks/>
            <a:stCxn id="614" idx="2"/>
            <a:endCxn id="756" idx="0"/>
          </p:cNvCxnSpPr>
          <p:nvPr/>
        </p:nvCxnSpPr>
        <p:spPr>
          <a:xfrm flipH="1">
            <a:off x="2272039" y="3802611"/>
            <a:ext cx="2683" cy="231194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0" name="TextBox 749">
            <a:extLst>
              <a:ext uri="{FF2B5EF4-FFF2-40B4-BE49-F238E27FC236}">
                <a16:creationId xmlns:a16="http://schemas.microsoft.com/office/drawing/2014/main" id="{411A48FA-2962-0E4B-E54A-CE05C6F35FE8}"/>
              </a:ext>
            </a:extLst>
          </p:cNvPr>
          <p:cNvSpPr txBox="1"/>
          <p:nvPr/>
        </p:nvSpPr>
        <p:spPr>
          <a:xfrm>
            <a:off x="4444054" y="2413576"/>
            <a:ext cx="41828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yes</a:t>
            </a:r>
          </a:p>
        </p:txBody>
      </p:sp>
      <p:grpSp>
        <p:nvGrpSpPr>
          <p:cNvPr id="755" name="Group 754">
            <a:extLst>
              <a:ext uri="{FF2B5EF4-FFF2-40B4-BE49-F238E27FC236}">
                <a16:creationId xmlns:a16="http://schemas.microsoft.com/office/drawing/2014/main" id="{A015AD99-5A36-C4B5-E305-0B9DBFE5EF82}"/>
              </a:ext>
            </a:extLst>
          </p:cNvPr>
          <p:cNvGrpSpPr/>
          <p:nvPr/>
        </p:nvGrpSpPr>
        <p:grpSpPr>
          <a:xfrm>
            <a:off x="2088206" y="4033805"/>
            <a:ext cx="367665" cy="367665"/>
            <a:chOff x="7069437" y="3218381"/>
            <a:chExt cx="367665" cy="367665"/>
          </a:xfrm>
        </p:grpSpPr>
        <p:sp>
          <p:nvSpPr>
            <p:cNvPr id="756" name="Oval 755">
              <a:extLst>
                <a:ext uri="{FF2B5EF4-FFF2-40B4-BE49-F238E27FC236}">
                  <a16:creationId xmlns:a16="http://schemas.microsoft.com/office/drawing/2014/main" id="{69DAF26F-A09B-D9F5-9992-E7939D4AE85B}"/>
                </a:ext>
              </a:extLst>
            </p:cNvPr>
            <p:cNvSpPr/>
            <p:nvPr/>
          </p:nvSpPr>
          <p:spPr>
            <a:xfrm>
              <a:off x="7069437" y="3218381"/>
              <a:ext cx="367665" cy="367665"/>
            </a:xfrm>
            <a:prstGeom prst="ellipse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57" name="Oval 756">
              <a:extLst>
                <a:ext uri="{FF2B5EF4-FFF2-40B4-BE49-F238E27FC236}">
                  <a16:creationId xmlns:a16="http://schemas.microsoft.com/office/drawing/2014/main" id="{91A658D6-462F-B35C-BBE5-10BF4A6D0CBD}"/>
                </a:ext>
              </a:extLst>
            </p:cNvPr>
            <p:cNvSpPr/>
            <p:nvPr/>
          </p:nvSpPr>
          <p:spPr>
            <a:xfrm>
              <a:off x="7130281" y="3279306"/>
              <a:ext cx="246221" cy="246221"/>
            </a:xfrm>
            <a:prstGeom prst="ellipse">
              <a:avLst/>
            </a:prstGeom>
            <a:solidFill>
              <a:schemeClr val="tx1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59" name="Group 758">
            <a:extLst>
              <a:ext uri="{FF2B5EF4-FFF2-40B4-BE49-F238E27FC236}">
                <a16:creationId xmlns:a16="http://schemas.microsoft.com/office/drawing/2014/main" id="{F43FAF5C-AE7F-A745-F034-45319E823858}"/>
              </a:ext>
            </a:extLst>
          </p:cNvPr>
          <p:cNvGrpSpPr/>
          <p:nvPr/>
        </p:nvGrpSpPr>
        <p:grpSpPr>
          <a:xfrm>
            <a:off x="4267371" y="4033805"/>
            <a:ext cx="367665" cy="367665"/>
            <a:chOff x="7069437" y="3218381"/>
            <a:chExt cx="367665" cy="367665"/>
          </a:xfrm>
        </p:grpSpPr>
        <p:sp>
          <p:nvSpPr>
            <p:cNvPr id="760" name="Oval 759">
              <a:extLst>
                <a:ext uri="{FF2B5EF4-FFF2-40B4-BE49-F238E27FC236}">
                  <a16:creationId xmlns:a16="http://schemas.microsoft.com/office/drawing/2014/main" id="{DFD4A558-73B8-2A36-C603-2B268ACBEAA1}"/>
                </a:ext>
              </a:extLst>
            </p:cNvPr>
            <p:cNvSpPr/>
            <p:nvPr/>
          </p:nvSpPr>
          <p:spPr>
            <a:xfrm>
              <a:off x="7069437" y="3218381"/>
              <a:ext cx="367665" cy="367665"/>
            </a:xfrm>
            <a:prstGeom prst="ellipse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61" name="Oval 760">
              <a:extLst>
                <a:ext uri="{FF2B5EF4-FFF2-40B4-BE49-F238E27FC236}">
                  <a16:creationId xmlns:a16="http://schemas.microsoft.com/office/drawing/2014/main" id="{02C1688A-66D2-EB23-6C0E-AE33AA3DF422}"/>
                </a:ext>
              </a:extLst>
            </p:cNvPr>
            <p:cNvSpPr/>
            <p:nvPr/>
          </p:nvSpPr>
          <p:spPr>
            <a:xfrm>
              <a:off x="7130281" y="3279306"/>
              <a:ext cx="246221" cy="246221"/>
            </a:xfrm>
            <a:prstGeom prst="ellipse">
              <a:avLst/>
            </a:prstGeom>
            <a:solidFill>
              <a:schemeClr val="tx1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63" name="Group 762">
            <a:extLst>
              <a:ext uri="{FF2B5EF4-FFF2-40B4-BE49-F238E27FC236}">
                <a16:creationId xmlns:a16="http://schemas.microsoft.com/office/drawing/2014/main" id="{DD36BF90-0679-ACC4-3751-4ECCC82D948B}"/>
              </a:ext>
            </a:extLst>
          </p:cNvPr>
          <p:cNvGrpSpPr/>
          <p:nvPr/>
        </p:nvGrpSpPr>
        <p:grpSpPr>
          <a:xfrm>
            <a:off x="6446536" y="4033805"/>
            <a:ext cx="367665" cy="367665"/>
            <a:chOff x="7069437" y="3218381"/>
            <a:chExt cx="367665" cy="367665"/>
          </a:xfrm>
        </p:grpSpPr>
        <p:sp>
          <p:nvSpPr>
            <p:cNvPr id="764" name="Oval 763">
              <a:extLst>
                <a:ext uri="{FF2B5EF4-FFF2-40B4-BE49-F238E27FC236}">
                  <a16:creationId xmlns:a16="http://schemas.microsoft.com/office/drawing/2014/main" id="{353E2324-C9E6-76F8-EB6E-682A28DE45ED}"/>
                </a:ext>
              </a:extLst>
            </p:cNvPr>
            <p:cNvSpPr/>
            <p:nvPr/>
          </p:nvSpPr>
          <p:spPr>
            <a:xfrm>
              <a:off x="7069437" y="3218381"/>
              <a:ext cx="367665" cy="367665"/>
            </a:xfrm>
            <a:prstGeom prst="ellipse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65" name="Oval 764">
              <a:extLst>
                <a:ext uri="{FF2B5EF4-FFF2-40B4-BE49-F238E27FC236}">
                  <a16:creationId xmlns:a16="http://schemas.microsoft.com/office/drawing/2014/main" id="{42F25918-5AAA-DEA6-6146-D13C4B582B23}"/>
                </a:ext>
              </a:extLst>
            </p:cNvPr>
            <p:cNvSpPr/>
            <p:nvPr/>
          </p:nvSpPr>
          <p:spPr>
            <a:xfrm>
              <a:off x="7130281" y="3279306"/>
              <a:ext cx="246221" cy="246221"/>
            </a:xfrm>
            <a:prstGeom prst="ellipse">
              <a:avLst/>
            </a:prstGeom>
            <a:solidFill>
              <a:schemeClr val="tx1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768" name="Rectangle 767">
            <a:extLst>
              <a:ext uri="{FF2B5EF4-FFF2-40B4-BE49-F238E27FC236}">
                <a16:creationId xmlns:a16="http://schemas.microsoft.com/office/drawing/2014/main" id="{1E299ED9-3CA3-05F1-F335-3EA4B8072844}"/>
              </a:ext>
            </a:extLst>
          </p:cNvPr>
          <p:cNvSpPr/>
          <p:nvPr/>
        </p:nvSpPr>
        <p:spPr>
          <a:xfrm>
            <a:off x="6047386" y="317937"/>
            <a:ext cx="1916624" cy="728274"/>
          </a:xfrm>
          <a:prstGeom prst="rect">
            <a:avLst/>
          </a:prstGeom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First published: 23 Feb 2026</a:t>
            </a:r>
          </a:p>
          <a:p>
            <a: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Last updated: 01 Sep 2026</a:t>
            </a:r>
          </a:p>
          <a:p>
            <a: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Republished without changes since update: 0</a:t>
            </a:r>
          </a:p>
        </p:txBody>
      </p:sp>
      <p:sp>
        <p:nvSpPr>
          <p:cNvPr id="771" name="TextBox 770">
            <a:extLst>
              <a:ext uri="{FF2B5EF4-FFF2-40B4-BE49-F238E27FC236}">
                <a16:creationId xmlns:a16="http://schemas.microsoft.com/office/drawing/2014/main" id="{575B4886-34B0-60DC-3F24-C4375E591EB0}"/>
              </a:ext>
            </a:extLst>
          </p:cNvPr>
          <p:cNvSpPr txBox="1"/>
          <p:nvPr/>
        </p:nvSpPr>
        <p:spPr>
          <a:xfrm rot="16200000">
            <a:off x="-462427" y="2168295"/>
            <a:ext cx="235192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Job returned by </a:t>
            </a:r>
            <a:r>
              <a:rPr lang="en-US" sz="1000" dirty="0" err="1"/>
              <a:t>Arbeitsagentur</a:t>
            </a:r>
            <a:r>
              <a:rPr lang="en-US" sz="1000" dirty="0"/>
              <a:t> search</a:t>
            </a:r>
          </a:p>
        </p:txBody>
      </p:sp>
    </p:spTree>
    <p:extLst>
      <p:ext uri="{BB962C8B-B14F-4D97-AF65-F5344CB8AC3E}">
        <p14:creationId xmlns:p14="http://schemas.microsoft.com/office/powerpoint/2010/main" val="20088835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2">
          <a:extLst>
            <a:ext uri="{FF2B5EF4-FFF2-40B4-BE49-F238E27FC236}">
              <a16:creationId xmlns:a16="http://schemas.microsoft.com/office/drawing/2014/main" id="{C7BF3A4B-4FD4-17A3-4F5D-5E54755B72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19" name="Group 618">
            <a:extLst>
              <a:ext uri="{FF2B5EF4-FFF2-40B4-BE49-F238E27FC236}">
                <a16:creationId xmlns:a16="http://schemas.microsoft.com/office/drawing/2014/main" id="{2E2751E3-0F9C-6904-2F76-5DA751B6B8C2}"/>
              </a:ext>
            </a:extLst>
          </p:cNvPr>
          <p:cNvGrpSpPr/>
          <p:nvPr/>
        </p:nvGrpSpPr>
        <p:grpSpPr>
          <a:xfrm>
            <a:off x="7776275" y="1121613"/>
            <a:ext cx="560704" cy="501260"/>
            <a:chOff x="7034107" y="2235929"/>
            <a:chExt cx="720852" cy="644430"/>
          </a:xfrm>
        </p:grpSpPr>
        <p:pic>
          <p:nvPicPr>
            <p:cNvPr id="612" name="Picture 611">
              <a:extLst>
                <a:ext uri="{FF2B5EF4-FFF2-40B4-BE49-F238E27FC236}">
                  <a16:creationId xmlns:a16="http://schemas.microsoft.com/office/drawing/2014/main" id="{BAF2917A-F10A-6A49-DE54-59183DF297C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034107" y="2235929"/>
              <a:ext cx="720852" cy="644430"/>
            </a:xfrm>
            <a:prstGeom prst="rect">
              <a:avLst/>
            </a:prstGeom>
          </p:spPr>
        </p:pic>
        <p:pic>
          <p:nvPicPr>
            <p:cNvPr id="616" name="Picture 615" descr="File:PostgreSQL logo.3colors.540x557.png">
              <a:extLst>
                <a:ext uri="{FF2B5EF4-FFF2-40B4-BE49-F238E27FC236}">
                  <a16:creationId xmlns:a16="http://schemas.microsoft.com/office/drawing/2014/main" id="{4E9E6C79-7CE0-9FBD-74F7-DAE5BDF8768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246004" y="2265292"/>
              <a:ext cx="274086" cy="193439"/>
            </a:xfrm>
            <a:prstGeom prst="rect">
              <a:avLst/>
            </a:prstGeom>
          </p:spPr>
        </p:pic>
      </p:grpSp>
      <p:sp>
        <p:nvSpPr>
          <p:cNvPr id="633" name="Google Shape;633;p91">
            <a:extLst>
              <a:ext uri="{FF2B5EF4-FFF2-40B4-BE49-F238E27FC236}">
                <a16:creationId xmlns:a16="http://schemas.microsoft.com/office/drawing/2014/main" id="{D9444DA0-BFF9-97F9-09FE-D2F5A270EE64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>
            <p:ph type="subTitle" idx="1"/>
          </p:nvPr>
        </p:nvSpPr>
        <p:spPr>
          <a:xfrm>
            <a:off x="198000" y="198000"/>
            <a:ext cx="8748000" cy="549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>
                <a:latin typeface="Work Sans"/>
                <a:ea typeface="Work Sans"/>
                <a:cs typeface="Work Sans"/>
                <a:sym typeface="Work Sans"/>
              </a:rPr>
              <a:t>Full-Text Search with Elasticsearch</a:t>
            </a:r>
            <a:endParaRPr sz="1500" dirty="0">
              <a:solidFill>
                <a:schemeClr val="dk2"/>
              </a:solidFill>
            </a:endParaRPr>
          </a:p>
        </p:txBody>
      </p:sp>
      <p:pic>
        <p:nvPicPr>
          <p:cNvPr id="640" name="Google Shape;640;p91" title="Fichier 20.png">
            <a:extLst>
              <a:ext uri="{FF2B5EF4-FFF2-40B4-BE49-F238E27FC236}">
                <a16:creationId xmlns:a16="http://schemas.microsoft.com/office/drawing/2014/main" id="{AF974A1D-7C6D-BE98-B8E4-C10923CCBE5D}"/>
              </a:ext>
            </a:extLst>
          </p:cNvPr>
          <p:cNvPicPr preferRelativeResize="0">
            <a:picLocks noGrp="1" noRot="1" noMove="1" noResize="1" noEditPoints="1" noAdjustHandles="1" noChangeArrowheads="1" noChangeShapeType="1" noCrop="1"/>
          </p:cNvPicPr>
          <p:nvPr/>
        </p:nvPicPr>
        <p:blipFill>
          <a:blip r:embed="rId5">
            <a:alphaModFix/>
          </a:blip>
          <a:stretch>
            <a:fillRect/>
          </a:stretch>
        </p:blipFill>
        <p:spPr>
          <a:xfrm rot="2">
            <a:off x="7792129" y="-860609"/>
            <a:ext cx="4282176" cy="2117219"/>
          </a:xfrm>
          <a:prstGeom prst="rect">
            <a:avLst/>
          </a:prstGeom>
          <a:noFill/>
          <a:ln>
            <a:noFill/>
          </a:ln>
        </p:spPr>
      </p:pic>
      <p:pic>
        <p:nvPicPr>
          <p:cNvPr id="641" name="Google Shape;641;p91" title="Fichier 20.png">
            <a:extLst>
              <a:ext uri="{FF2B5EF4-FFF2-40B4-BE49-F238E27FC236}">
                <a16:creationId xmlns:a16="http://schemas.microsoft.com/office/drawing/2014/main" id="{1A533CFA-D806-6168-BDD7-872536BFE2D2}"/>
              </a:ext>
            </a:extLst>
          </p:cNvPr>
          <p:cNvPicPr preferRelativeResize="0">
            <a:picLocks noGrp="1" noRot="1" noMove="1" noResize="1" noEditPoints="1" noAdjustHandles="1" noChangeArrowheads="1" noChangeShapeType="1" noCrop="1"/>
          </p:cNvPicPr>
          <p:nvPr/>
        </p:nvPicPr>
        <p:blipFill rotWithShape="1">
          <a:blip r:embed="rId5">
            <a:alphaModFix/>
          </a:blip>
          <a:srcRect r="55255"/>
          <a:stretch/>
        </p:blipFill>
        <p:spPr>
          <a:xfrm rot="5400000">
            <a:off x="7892662" y="3745888"/>
            <a:ext cx="1916151" cy="2117225"/>
          </a:xfrm>
          <a:prstGeom prst="rect">
            <a:avLst/>
          </a:prstGeom>
          <a:noFill/>
          <a:ln>
            <a:noFill/>
          </a:ln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D1955852-1131-622A-F8E1-872D71825852}"/>
              </a:ext>
            </a:extLst>
          </p:cNvPr>
          <p:cNvSpPr txBox="1"/>
          <p:nvPr/>
        </p:nvSpPr>
        <p:spPr>
          <a:xfrm rot="16200000">
            <a:off x="3938344" y="2324521"/>
            <a:ext cx="117288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❺ ordered jobs</a:t>
            </a:r>
          </a:p>
        </p:txBody>
      </p:sp>
      <p:grpSp>
        <p:nvGrpSpPr>
          <p:cNvPr id="683" name="Group 682">
            <a:extLst>
              <a:ext uri="{FF2B5EF4-FFF2-40B4-BE49-F238E27FC236}">
                <a16:creationId xmlns:a16="http://schemas.microsoft.com/office/drawing/2014/main" id="{FFADE1A3-5550-F3A2-71F7-A241D138BFE3}"/>
              </a:ext>
            </a:extLst>
          </p:cNvPr>
          <p:cNvGrpSpPr/>
          <p:nvPr/>
        </p:nvGrpSpPr>
        <p:grpSpPr>
          <a:xfrm>
            <a:off x="4351246" y="3025073"/>
            <a:ext cx="620030" cy="643963"/>
            <a:chOff x="897968" y="2512603"/>
            <a:chExt cx="620030" cy="643963"/>
          </a:xfrm>
        </p:grpSpPr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E87DFF0A-A82F-05F6-4564-6202F801539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897968" y="2512603"/>
              <a:ext cx="620030" cy="492874"/>
            </a:xfrm>
            <a:prstGeom prst="rect">
              <a:avLst/>
            </a:prstGeom>
          </p:spPr>
        </p:pic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391E842F-C94C-00F2-0BF2-969E164D8C05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897968" y="3042732"/>
              <a:ext cx="620030" cy="113834"/>
            </a:xfrm>
            <a:prstGeom prst="rect">
              <a:avLst/>
            </a:prstGeom>
          </p:spPr>
        </p:pic>
      </p:grpSp>
      <p:grpSp>
        <p:nvGrpSpPr>
          <p:cNvPr id="682" name="Group 681">
            <a:extLst>
              <a:ext uri="{FF2B5EF4-FFF2-40B4-BE49-F238E27FC236}">
                <a16:creationId xmlns:a16="http://schemas.microsoft.com/office/drawing/2014/main" id="{6081EEB7-F4FF-DADA-77D7-6F02DB88E5B8}"/>
              </a:ext>
            </a:extLst>
          </p:cNvPr>
          <p:cNvGrpSpPr/>
          <p:nvPr/>
        </p:nvGrpSpPr>
        <p:grpSpPr>
          <a:xfrm>
            <a:off x="5106664" y="1936024"/>
            <a:ext cx="698519" cy="652343"/>
            <a:chOff x="3149408" y="2499587"/>
            <a:chExt cx="698519" cy="652343"/>
          </a:xfrm>
        </p:grpSpPr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7DC698E7-027C-0AD2-4640-24A07C43F2F3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3225706" y="3051190"/>
              <a:ext cx="545920" cy="100740"/>
            </a:xfrm>
            <a:prstGeom prst="rect">
              <a:avLst/>
            </a:prstGeom>
          </p:spPr>
        </p:pic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4F8C1B66-2EAB-9CF5-8E52-4E03EB6E2837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3149408" y="2499587"/>
              <a:ext cx="698518" cy="515700"/>
            </a:xfrm>
            <a:prstGeom prst="rect">
              <a:avLst/>
            </a:prstGeom>
          </p:spPr>
        </p:pic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550B5E76-8327-F1DB-30A8-27BD8FFD7D2F}"/>
                </a:ext>
              </a:extLst>
            </p:cNvPr>
            <p:cNvSpPr/>
            <p:nvPr/>
          </p:nvSpPr>
          <p:spPr>
            <a:xfrm>
              <a:off x="3695700" y="2499587"/>
              <a:ext cx="128837" cy="139132"/>
            </a:xfrm>
            <a:prstGeom prst="rect">
              <a:avLst/>
            </a:prstGeom>
            <a:solidFill>
              <a:schemeClr val="bg1">
                <a:alpha val="0"/>
              </a:schemeClr>
            </a:solidFill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B057569E-CBB7-F8B2-A4FA-52E9F2849527}"/>
                </a:ext>
              </a:extLst>
            </p:cNvPr>
            <p:cNvSpPr/>
            <p:nvPr/>
          </p:nvSpPr>
          <p:spPr>
            <a:xfrm>
              <a:off x="3719089" y="2872063"/>
              <a:ext cx="128838" cy="139132"/>
            </a:xfrm>
            <a:prstGeom prst="rect">
              <a:avLst/>
            </a:prstGeom>
            <a:solidFill>
              <a:schemeClr val="bg1">
                <a:alpha val="0"/>
              </a:schemeClr>
            </a:solidFill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44" name="Connector: Elbow 43">
            <a:extLst>
              <a:ext uri="{FF2B5EF4-FFF2-40B4-BE49-F238E27FC236}">
                <a16:creationId xmlns:a16="http://schemas.microsoft.com/office/drawing/2014/main" id="{3590DD56-55A6-F50C-CA31-E06258DD0EA6}"/>
              </a:ext>
            </a:extLst>
          </p:cNvPr>
          <p:cNvCxnSpPr>
            <a:cxnSpLocks/>
            <a:stCxn id="612" idx="0"/>
            <a:endCxn id="19" idx="0"/>
          </p:cNvCxnSpPr>
          <p:nvPr/>
        </p:nvCxnSpPr>
        <p:spPr>
          <a:xfrm rot="16200000" flipH="1" flipV="1">
            <a:off x="6349069" y="228466"/>
            <a:ext cx="814411" cy="2600704"/>
          </a:xfrm>
          <a:prstGeom prst="bentConnector3">
            <a:avLst>
              <a:gd name="adj1" fmla="val -28069"/>
            </a:avLst>
          </a:prstGeom>
          <a:ln w="19050">
            <a:solidFill>
              <a:srgbClr val="7151FD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Connector: Elbow 44">
            <a:extLst>
              <a:ext uri="{FF2B5EF4-FFF2-40B4-BE49-F238E27FC236}">
                <a16:creationId xmlns:a16="http://schemas.microsoft.com/office/drawing/2014/main" id="{F5D8EA16-E996-D193-BA44-E42CC66E6CD0}"/>
              </a:ext>
            </a:extLst>
          </p:cNvPr>
          <p:cNvCxnSpPr>
            <a:cxnSpLocks/>
            <a:stCxn id="595" idx="2"/>
            <a:endCxn id="18" idx="2"/>
          </p:cNvCxnSpPr>
          <p:nvPr/>
        </p:nvCxnSpPr>
        <p:spPr>
          <a:xfrm rot="5400000" flipH="1">
            <a:off x="6395252" y="1649038"/>
            <a:ext cx="722046" cy="2600705"/>
          </a:xfrm>
          <a:prstGeom prst="bentConnector3">
            <a:avLst>
              <a:gd name="adj1" fmla="val -31660"/>
            </a:avLst>
          </a:prstGeom>
          <a:ln w="19050">
            <a:solidFill>
              <a:srgbClr val="7151FD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31" name="Group 630">
            <a:extLst>
              <a:ext uri="{FF2B5EF4-FFF2-40B4-BE49-F238E27FC236}">
                <a16:creationId xmlns:a16="http://schemas.microsoft.com/office/drawing/2014/main" id="{A267B7E0-DA89-6E8A-DD31-77C9D9E95EA6}"/>
              </a:ext>
            </a:extLst>
          </p:cNvPr>
          <p:cNvGrpSpPr/>
          <p:nvPr/>
        </p:nvGrpSpPr>
        <p:grpSpPr>
          <a:xfrm>
            <a:off x="7776275" y="2809153"/>
            <a:ext cx="560704" cy="501260"/>
            <a:chOff x="7180642" y="3871913"/>
            <a:chExt cx="720852" cy="644430"/>
          </a:xfrm>
        </p:grpSpPr>
        <p:pic>
          <p:nvPicPr>
            <p:cNvPr id="595" name="Picture 594">
              <a:extLst>
                <a:ext uri="{FF2B5EF4-FFF2-40B4-BE49-F238E27FC236}">
                  <a16:creationId xmlns:a16="http://schemas.microsoft.com/office/drawing/2014/main" id="{117ECACA-0E0F-F9CA-4765-C09B26BBAAF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180642" y="3871913"/>
              <a:ext cx="720852" cy="644430"/>
            </a:xfrm>
            <a:prstGeom prst="rect">
              <a:avLst/>
            </a:prstGeom>
          </p:spPr>
        </p:pic>
        <p:pic>
          <p:nvPicPr>
            <p:cNvPr id="609" name="Picture 608">
              <a:extLst>
                <a:ext uri="{FF2B5EF4-FFF2-40B4-BE49-F238E27FC236}">
                  <a16:creationId xmlns:a16="http://schemas.microsoft.com/office/drawing/2014/main" id="{0EB714E7-1A0E-2DE5-5FC6-A793126B8DA8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7398870" y="3901277"/>
              <a:ext cx="282715" cy="193438"/>
            </a:xfrm>
            <a:prstGeom prst="rect">
              <a:avLst/>
            </a:prstGeom>
          </p:spPr>
        </p:pic>
      </p:grpSp>
      <p:cxnSp>
        <p:nvCxnSpPr>
          <p:cNvPr id="637" name="Connector: Elbow 636">
            <a:extLst>
              <a:ext uri="{FF2B5EF4-FFF2-40B4-BE49-F238E27FC236}">
                <a16:creationId xmlns:a16="http://schemas.microsoft.com/office/drawing/2014/main" id="{31A9B4FA-6430-A227-EAFE-2618F571193C}"/>
              </a:ext>
            </a:extLst>
          </p:cNvPr>
          <p:cNvCxnSpPr>
            <a:cxnSpLocks/>
            <a:stCxn id="42" idx="3"/>
            <a:endCxn id="612" idx="2"/>
          </p:cNvCxnSpPr>
          <p:nvPr/>
        </p:nvCxnSpPr>
        <p:spPr>
          <a:xfrm flipV="1">
            <a:off x="5781793" y="1622873"/>
            <a:ext cx="2274834" cy="382717"/>
          </a:xfrm>
          <a:prstGeom prst="bentConnector2">
            <a:avLst/>
          </a:prstGeom>
          <a:ln w="19050">
            <a:solidFill>
              <a:srgbClr val="7151FD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2" name="Connector: Elbow 641">
            <a:extLst>
              <a:ext uri="{FF2B5EF4-FFF2-40B4-BE49-F238E27FC236}">
                <a16:creationId xmlns:a16="http://schemas.microsoft.com/office/drawing/2014/main" id="{AA1D942E-E2BD-F272-2EB8-C24CA71AA8CD}"/>
              </a:ext>
            </a:extLst>
          </p:cNvPr>
          <p:cNvCxnSpPr>
            <a:cxnSpLocks/>
            <a:stCxn id="43" idx="3"/>
            <a:endCxn id="595" idx="0"/>
          </p:cNvCxnSpPr>
          <p:nvPr/>
        </p:nvCxnSpPr>
        <p:spPr>
          <a:xfrm>
            <a:off x="5805183" y="2378066"/>
            <a:ext cx="2251444" cy="431087"/>
          </a:xfrm>
          <a:prstGeom prst="bentConnector2">
            <a:avLst/>
          </a:prstGeom>
          <a:ln w="19050">
            <a:solidFill>
              <a:srgbClr val="7151FD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7" name="TextBox 646">
            <a:extLst>
              <a:ext uri="{FF2B5EF4-FFF2-40B4-BE49-F238E27FC236}">
                <a16:creationId xmlns:a16="http://schemas.microsoft.com/office/drawing/2014/main" id="{CC71CCE5-5D41-20C4-2A52-6061BCBB0ED3}"/>
              </a:ext>
            </a:extLst>
          </p:cNvPr>
          <p:cNvSpPr txBox="1"/>
          <p:nvPr/>
        </p:nvSpPr>
        <p:spPr>
          <a:xfrm>
            <a:off x="5805182" y="2389141"/>
            <a:ext cx="225144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❶ search with a keyword</a:t>
            </a:r>
          </a:p>
        </p:txBody>
      </p:sp>
      <p:sp>
        <p:nvSpPr>
          <p:cNvPr id="649" name="TextBox 648">
            <a:extLst>
              <a:ext uri="{FF2B5EF4-FFF2-40B4-BE49-F238E27FC236}">
                <a16:creationId xmlns:a16="http://schemas.microsoft.com/office/drawing/2014/main" id="{561ABE6D-1692-E1C6-F184-2AF1140497FB}"/>
              </a:ext>
            </a:extLst>
          </p:cNvPr>
          <p:cNvSpPr txBox="1"/>
          <p:nvPr/>
        </p:nvSpPr>
        <p:spPr>
          <a:xfrm>
            <a:off x="5455921" y="3303139"/>
            <a:ext cx="260070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❷ ranked reference numbers</a:t>
            </a:r>
          </a:p>
        </p:txBody>
      </p:sp>
      <p:sp>
        <p:nvSpPr>
          <p:cNvPr id="651" name="TextBox 650">
            <a:extLst>
              <a:ext uri="{FF2B5EF4-FFF2-40B4-BE49-F238E27FC236}">
                <a16:creationId xmlns:a16="http://schemas.microsoft.com/office/drawing/2014/main" id="{32A388AB-CC74-534A-2995-8F32D2319E04}"/>
              </a:ext>
            </a:extLst>
          </p:cNvPr>
          <p:cNvSpPr txBox="1"/>
          <p:nvPr/>
        </p:nvSpPr>
        <p:spPr>
          <a:xfrm>
            <a:off x="5740763" y="1751521"/>
            <a:ext cx="231586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❸ fetch jobs by reference number</a:t>
            </a:r>
          </a:p>
        </p:txBody>
      </p:sp>
      <p:sp>
        <p:nvSpPr>
          <p:cNvPr id="653" name="TextBox 652">
            <a:extLst>
              <a:ext uri="{FF2B5EF4-FFF2-40B4-BE49-F238E27FC236}">
                <a16:creationId xmlns:a16="http://schemas.microsoft.com/office/drawing/2014/main" id="{05208CCA-66C4-602C-0CF4-88E5D82DED32}"/>
              </a:ext>
            </a:extLst>
          </p:cNvPr>
          <p:cNvSpPr txBox="1"/>
          <p:nvPr/>
        </p:nvSpPr>
        <p:spPr>
          <a:xfrm>
            <a:off x="5455921" y="902434"/>
            <a:ext cx="260070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❹ job records</a:t>
            </a:r>
          </a:p>
        </p:txBody>
      </p:sp>
      <p:sp>
        <p:nvSpPr>
          <p:cNvPr id="659" name="Rectangle 658">
            <a:extLst>
              <a:ext uri="{FF2B5EF4-FFF2-40B4-BE49-F238E27FC236}">
                <a16:creationId xmlns:a16="http://schemas.microsoft.com/office/drawing/2014/main" id="{BC9C1D7B-62FD-0EBA-83D3-2D8F6F584FF2}"/>
              </a:ext>
            </a:extLst>
          </p:cNvPr>
          <p:cNvSpPr/>
          <p:nvPr/>
        </p:nvSpPr>
        <p:spPr>
          <a:xfrm>
            <a:off x="6116854" y="3598735"/>
            <a:ext cx="1278838" cy="982783"/>
          </a:xfrm>
          <a:prstGeom prst="rect">
            <a:avLst/>
          </a:prstGeom>
          <a:solidFill>
            <a:schemeClr val="accent6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Search relevance:</a:t>
            </a:r>
          </a:p>
          <a:p>
            <a: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Title ×4</a:t>
            </a:r>
            <a:b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</a:rPr>
            </a:br>
            <a: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Occupation ×3</a:t>
            </a:r>
            <a:b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</a:rPr>
            </a:br>
            <a: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Company ×2</a:t>
            </a:r>
            <a:b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</a:rPr>
            </a:br>
            <a: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Category ×2</a:t>
            </a:r>
            <a:b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</a:rPr>
            </a:br>
            <a: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Description ×1</a:t>
            </a:r>
          </a:p>
        </p:txBody>
      </p:sp>
      <p:sp>
        <p:nvSpPr>
          <p:cNvPr id="724" name="TextBox 723">
            <a:extLst>
              <a:ext uri="{FF2B5EF4-FFF2-40B4-BE49-F238E27FC236}">
                <a16:creationId xmlns:a16="http://schemas.microsoft.com/office/drawing/2014/main" id="{E30231C9-5DEE-0150-5636-ECE41C1571F7}"/>
              </a:ext>
            </a:extLst>
          </p:cNvPr>
          <p:cNvSpPr txBox="1"/>
          <p:nvPr/>
        </p:nvSpPr>
        <p:spPr>
          <a:xfrm>
            <a:off x="1138393" y="1650317"/>
            <a:ext cx="41828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no</a:t>
            </a:r>
          </a:p>
        </p:txBody>
      </p:sp>
      <p:sp>
        <p:nvSpPr>
          <p:cNvPr id="725" name="Diamond 724">
            <a:extLst>
              <a:ext uri="{FF2B5EF4-FFF2-40B4-BE49-F238E27FC236}">
                <a16:creationId xmlns:a16="http://schemas.microsoft.com/office/drawing/2014/main" id="{B3A5A0BC-7DE4-F064-1A9E-090F4F5BABF0}"/>
              </a:ext>
            </a:extLst>
          </p:cNvPr>
          <p:cNvSpPr/>
          <p:nvPr/>
        </p:nvSpPr>
        <p:spPr>
          <a:xfrm>
            <a:off x="1442131" y="1381956"/>
            <a:ext cx="1129278" cy="1044510"/>
          </a:xfrm>
          <a:prstGeom prst="diamond">
            <a:avLst/>
          </a:prstGeom>
          <a:solidFill>
            <a:srgbClr val="FFFFC0"/>
          </a:solidFill>
          <a:ln w="127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Keyword provided?</a:t>
            </a:r>
          </a:p>
        </p:txBody>
      </p:sp>
      <p:sp>
        <p:nvSpPr>
          <p:cNvPr id="726" name="TextBox 725">
            <a:extLst>
              <a:ext uri="{FF2B5EF4-FFF2-40B4-BE49-F238E27FC236}">
                <a16:creationId xmlns:a16="http://schemas.microsoft.com/office/drawing/2014/main" id="{D27BA92E-8FCE-482C-A3B4-B4905ED5032F}"/>
              </a:ext>
            </a:extLst>
          </p:cNvPr>
          <p:cNvSpPr txBox="1"/>
          <p:nvPr/>
        </p:nvSpPr>
        <p:spPr>
          <a:xfrm>
            <a:off x="2552408" y="1650939"/>
            <a:ext cx="41828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yes</a:t>
            </a:r>
          </a:p>
        </p:txBody>
      </p:sp>
      <p:grpSp>
        <p:nvGrpSpPr>
          <p:cNvPr id="727" name="Group 726">
            <a:extLst>
              <a:ext uri="{FF2B5EF4-FFF2-40B4-BE49-F238E27FC236}">
                <a16:creationId xmlns:a16="http://schemas.microsoft.com/office/drawing/2014/main" id="{DBCDB624-8F1A-2E4E-05DF-1A81980CFE97}"/>
              </a:ext>
            </a:extLst>
          </p:cNvPr>
          <p:cNvGrpSpPr/>
          <p:nvPr/>
        </p:nvGrpSpPr>
        <p:grpSpPr>
          <a:xfrm>
            <a:off x="495283" y="2574034"/>
            <a:ext cx="1443854" cy="838350"/>
            <a:chOff x="5661388" y="2978068"/>
            <a:chExt cx="1443854" cy="838350"/>
          </a:xfrm>
        </p:grpSpPr>
        <p:sp>
          <p:nvSpPr>
            <p:cNvPr id="728" name="Rectangle: Rounded Corners 727">
              <a:extLst>
                <a:ext uri="{FF2B5EF4-FFF2-40B4-BE49-F238E27FC236}">
                  <a16:creationId xmlns:a16="http://schemas.microsoft.com/office/drawing/2014/main" id="{FE16D183-21A0-DA9E-2EEB-7E98FD6F0825}"/>
                </a:ext>
              </a:extLst>
            </p:cNvPr>
            <p:cNvSpPr/>
            <p:nvPr/>
          </p:nvSpPr>
          <p:spPr>
            <a:xfrm>
              <a:off x="5661388" y="2978068"/>
              <a:ext cx="1443854" cy="838350"/>
            </a:xfrm>
            <a:prstGeom prst="roundRect">
              <a:avLst>
                <a:gd name="adj" fmla="val 24465"/>
              </a:avLst>
            </a:prstGeom>
            <a:solidFill>
              <a:srgbClr val="FFFFC0"/>
            </a:solidFill>
            <a:ln w="127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t"/>
            <a:lstStyle/>
            <a:p>
              <a:endParaRPr lang="en-US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  <a:p>
              <a:r>
                <a:rPr lang="en-US" sz="10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Apply structured filters. Order by publication date, newest first.</a:t>
              </a:r>
            </a:p>
          </p:txBody>
        </p:sp>
        <p:pic>
          <p:nvPicPr>
            <p:cNvPr id="729" name="Picture 728" descr="File:PostgreSQL logo.3colors.540x557.png">
              <a:extLst>
                <a:ext uri="{FF2B5EF4-FFF2-40B4-BE49-F238E27FC236}">
                  <a16:creationId xmlns:a16="http://schemas.microsoft.com/office/drawing/2014/main" id="{E22F6A8B-D417-F57D-DB72-B130057B867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755192" y="3044384"/>
              <a:ext cx="181196" cy="186901"/>
            </a:xfrm>
            <a:prstGeom prst="rect">
              <a:avLst/>
            </a:prstGeom>
          </p:spPr>
        </p:pic>
      </p:grpSp>
      <p:cxnSp>
        <p:nvCxnSpPr>
          <p:cNvPr id="730" name="Connector: Elbow 729">
            <a:extLst>
              <a:ext uri="{FF2B5EF4-FFF2-40B4-BE49-F238E27FC236}">
                <a16:creationId xmlns:a16="http://schemas.microsoft.com/office/drawing/2014/main" id="{DCAA579F-7B0A-13F2-0018-8281E09919DD}"/>
              </a:ext>
            </a:extLst>
          </p:cNvPr>
          <p:cNvCxnSpPr>
            <a:cxnSpLocks/>
            <a:stCxn id="725" idx="1"/>
            <a:endCxn id="728" idx="0"/>
          </p:cNvCxnSpPr>
          <p:nvPr/>
        </p:nvCxnSpPr>
        <p:spPr>
          <a:xfrm rot="10800000" flipV="1">
            <a:off x="1217211" y="1904210"/>
            <a:ext cx="224921" cy="669823"/>
          </a:xfrm>
          <a:prstGeom prst="bentConnector2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1" name="Connector: Elbow 730">
            <a:extLst>
              <a:ext uri="{FF2B5EF4-FFF2-40B4-BE49-F238E27FC236}">
                <a16:creationId xmlns:a16="http://schemas.microsoft.com/office/drawing/2014/main" id="{1876835A-A93B-2E64-D7DB-61D807172805}"/>
              </a:ext>
            </a:extLst>
          </p:cNvPr>
          <p:cNvCxnSpPr>
            <a:cxnSpLocks/>
            <a:stCxn id="725" idx="3"/>
            <a:endCxn id="733" idx="0"/>
          </p:cNvCxnSpPr>
          <p:nvPr/>
        </p:nvCxnSpPr>
        <p:spPr>
          <a:xfrm>
            <a:off x="2571409" y="1904211"/>
            <a:ext cx="258786" cy="667539"/>
          </a:xfrm>
          <a:prstGeom prst="bentConnector2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32" name="Group 731">
            <a:extLst>
              <a:ext uri="{FF2B5EF4-FFF2-40B4-BE49-F238E27FC236}">
                <a16:creationId xmlns:a16="http://schemas.microsoft.com/office/drawing/2014/main" id="{ED6EC862-5E29-09F1-BD19-07385893C25E}"/>
              </a:ext>
            </a:extLst>
          </p:cNvPr>
          <p:cNvGrpSpPr/>
          <p:nvPr/>
        </p:nvGrpSpPr>
        <p:grpSpPr>
          <a:xfrm>
            <a:off x="2108268" y="2571750"/>
            <a:ext cx="1443854" cy="838352"/>
            <a:chOff x="7371477" y="2971818"/>
            <a:chExt cx="1443854" cy="838352"/>
          </a:xfrm>
        </p:grpSpPr>
        <p:sp>
          <p:nvSpPr>
            <p:cNvPr id="733" name="Rectangle: Rounded Corners 732">
              <a:extLst>
                <a:ext uri="{FF2B5EF4-FFF2-40B4-BE49-F238E27FC236}">
                  <a16:creationId xmlns:a16="http://schemas.microsoft.com/office/drawing/2014/main" id="{F647C8D1-D4A4-9227-CB74-00F21A33EFC7}"/>
                </a:ext>
              </a:extLst>
            </p:cNvPr>
            <p:cNvSpPr/>
            <p:nvPr/>
          </p:nvSpPr>
          <p:spPr>
            <a:xfrm>
              <a:off x="7371477" y="2971818"/>
              <a:ext cx="1443854" cy="838352"/>
            </a:xfrm>
            <a:prstGeom prst="roundRect">
              <a:avLst>
                <a:gd name="adj" fmla="val 24465"/>
              </a:avLst>
            </a:prstGeom>
            <a:solidFill>
              <a:srgbClr val="FFFFC0"/>
            </a:solidFill>
            <a:ln w="127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t"/>
            <a:lstStyle/>
            <a:p>
              <a:endParaRPr lang="en-US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  <a:p>
              <a:r>
                <a:rPr lang="en-US" sz="10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Apply full-text search + structured filters.</a:t>
              </a:r>
            </a:p>
            <a:p>
              <a:r>
                <a:rPr lang="en-US" sz="10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Rank by relevance.</a:t>
              </a:r>
            </a:p>
          </p:txBody>
        </p:sp>
        <p:pic>
          <p:nvPicPr>
            <p:cNvPr id="734" name="Picture 733">
              <a:extLst>
                <a:ext uri="{FF2B5EF4-FFF2-40B4-BE49-F238E27FC236}">
                  <a16:creationId xmlns:a16="http://schemas.microsoft.com/office/drawing/2014/main" id="{70BF3CFB-0853-5F34-9BAF-7BEA1CE9A465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7467898" y="3037630"/>
              <a:ext cx="189689" cy="189689"/>
            </a:xfrm>
            <a:prstGeom prst="rect">
              <a:avLst/>
            </a:prstGeom>
          </p:spPr>
        </p:pic>
      </p:grpSp>
      <p:sp>
        <p:nvSpPr>
          <p:cNvPr id="735" name="Oval 734">
            <a:extLst>
              <a:ext uri="{FF2B5EF4-FFF2-40B4-BE49-F238E27FC236}">
                <a16:creationId xmlns:a16="http://schemas.microsoft.com/office/drawing/2014/main" id="{E3561662-D6AC-94C9-2FDE-F6B4351715B9}"/>
              </a:ext>
            </a:extLst>
          </p:cNvPr>
          <p:cNvSpPr/>
          <p:nvPr/>
        </p:nvSpPr>
        <p:spPr>
          <a:xfrm>
            <a:off x="1883659" y="902435"/>
            <a:ext cx="246221" cy="246221"/>
          </a:xfrm>
          <a:prstGeom prst="ellipse">
            <a:avLst/>
          </a:prstGeom>
          <a:solidFill>
            <a:schemeClr val="tx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736" name="Straight Arrow Connector 735">
            <a:extLst>
              <a:ext uri="{FF2B5EF4-FFF2-40B4-BE49-F238E27FC236}">
                <a16:creationId xmlns:a16="http://schemas.microsoft.com/office/drawing/2014/main" id="{47998689-CC99-028C-26A4-CCFE61FB34F5}"/>
              </a:ext>
            </a:extLst>
          </p:cNvPr>
          <p:cNvCxnSpPr>
            <a:cxnSpLocks/>
            <a:stCxn id="735" idx="4"/>
            <a:endCxn id="725" idx="0"/>
          </p:cNvCxnSpPr>
          <p:nvPr/>
        </p:nvCxnSpPr>
        <p:spPr>
          <a:xfrm>
            <a:off x="2006770" y="1148656"/>
            <a:ext cx="0" cy="23330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7" name="TextBox 736">
            <a:extLst>
              <a:ext uri="{FF2B5EF4-FFF2-40B4-BE49-F238E27FC236}">
                <a16:creationId xmlns:a16="http://schemas.microsoft.com/office/drawing/2014/main" id="{A636A6E1-A76A-7EB0-6C0F-3240D0452105}"/>
              </a:ext>
            </a:extLst>
          </p:cNvPr>
          <p:cNvSpPr txBox="1"/>
          <p:nvPr/>
        </p:nvSpPr>
        <p:spPr>
          <a:xfrm>
            <a:off x="2112339" y="887119"/>
            <a:ext cx="112723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Search triggered</a:t>
            </a:r>
          </a:p>
        </p:txBody>
      </p:sp>
      <p:cxnSp>
        <p:nvCxnSpPr>
          <p:cNvPr id="738" name="Connector: Elbow 737">
            <a:extLst>
              <a:ext uri="{FF2B5EF4-FFF2-40B4-BE49-F238E27FC236}">
                <a16:creationId xmlns:a16="http://schemas.microsoft.com/office/drawing/2014/main" id="{1AD88943-EFFC-97FC-66A9-1BCABD41CBD7}"/>
              </a:ext>
            </a:extLst>
          </p:cNvPr>
          <p:cNvCxnSpPr>
            <a:cxnSpLocks/>
            <a:stCxn id="19" idx="1"/>
            <a:endCxn id="13" idx="0"/>
          </p:cNvCxnSpPr>
          <p:nvPr/>
        </p:nvCxnSpPr>
        <p:spPr>
          <a:xfrm rot="10800000" flipV="1">
            <a:off x="4661262" y="2193873"/>
            <a:ext cx="445403" cy="831199"/>
          </a:xfrm>
          <a:prstGeom prst="bentConnector2">
            <a:avLst/>
          </a:prstGeom>
          <a:ln w="19050">
            <a:solidFill>
              <a:srgbClr val="7151FD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4" name="Straight Arrow Connector 743">
            <a:extLst>
              <a:ext uri="{FF2B5EF4-FFF2-40B4-BE49-F238E27FC236}">
                <a16:creationId xmlns:a16="http://schemas.microsoft.com/office/drawing/2014/main" id="{D4E922EC-3467-9297-C6E5-8A99F758B705}"/>
              </a:ext>
            </a:extLst>
          </p:cNvPr>
          <p:cNvCxnSpPr>
            <a:cxnSpLocks/>
            <a:stCxn id="733" idx="2"/>
            <a:endCxn id="749" idx="0"/>
          </p:cNvCxnSpPr>
          <p:nvPr/>
        </p:nvCxnSpPr>
        <p:spPr>
          <a:xfrm>
            <a:off x="2830195" y="3410102"/>
            <a:ext cx="0" cy="290103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48" name="Group 747">
            <a:extLst>
              <a:ext uri="{FF2B5EF4-FFF2-40B4-BE49-F238E27FC236}">
                <a16:creationId xmlns:a16="http://schemas.microsoft.com/office/drawing/2014/main" id="{01B619E9-29AC-CA33-92AA-E38B26F58CED}"/>
              </a:ext>
            </a:extLst>
          </p:cNvPr>
          <p:cNvGrpSpPr/>
          <p:nvPr/>
        </p:nvGrpSpPr>
        <p:grpSpPr>
          <a:xfrm>
            <a:off x="2108268" y="3700205"/>
            <a:ext cx="1443854" cy="838350"/>
            <a:chOff x="5661388" y="2978068"/>
            <a:chExt cx="1443854" cy="838350"/>
          </a:xfrm>
        </p:grpSpPr>
        <p:sp>
          <p:nvSpPr>
            <p:cNvPr id="749" name="Rectangle: Rounded Corners 748">
              <a:extLst>
                <a:ext uri="{FF2B5EF4-FFF2-40B4-BE49-F238E27FC236}">
                  <a16:creationId xmlns:a16="http://schemas.microsoft.com/office/drawing/2014/main" id="{A252A059-F40A-10CA-34F7-450689BB4327}"/>
                </a:ext>
              </a:extLst>
            </p:cNvPr>
            <p:cNvSpPr/>
            <p:nvPr/>
          </p:nvSpPr>
          <p:spPr>
            <a:xfrm>
              <a:off x="5661388" y="2978068"/>
              <a:ext cx="1443854" cy="838350"/>
            </a:xfrm>
            <a:prstGeom prst="roundRect">
              <a:avLst>
                <a:gd name="adj" fmla="val 24465"/>
              </a:avLst>
            </a:prstGeom>
            <a:solidFill>
              <a:srgbClr val="FFFFC0"/>
            </a:solidFill>
            <a:ln w="127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t"/>
            <a:lstStyle/>
            <a:p>
              <a:endParaRPr lang="en-US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  <a:p>
              <a:r>
                <a:rPr lang="en-US" sz="10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Retrieve job records in ranked order.</a:t>
              </a:r>
            </a:p>
          </p:txBody>
        </p:sp>
        <p:pic>
          <p:nvPicPr>
            <p:cNvPr id="750" name="Picture 749" descr="File:PostgreSQL logo.3colors.540x557.png">
              <a:extLst>
                <a:ext uri="{FF2B5EF4-FFF2-40B4-BE49-F238E27FC236}">
                  <a16:creationId xmlns:a16="http://schemas.microsoft.com/office/drawing/2014/main" id="{4CDF3100-64C8-A095-832F-108DED7919A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755193" y="3044385"/>
              <a:ext cx="174948" cy="180456"/>
            </a:xfrm>
            <a:prstGeom prst="rect">
              <a:avLst/>
            </a:prstGeom>
          </p:spPr>
        </p:pic>
      </p:grpSp>
      <p:sp>
        <p:nvSpPr>
          <p:cNvPr id="753" name="Rectangle 752">
            <a:extLst>
              <a:ext uri="{FF2B5EF4-FFF2-40B4-BE49-F238E27FC236}">
                <a16:creationId xmlns:a16="http://schemas.microsoft.com/office/drawing/2014/main" id="{C50FC7E7-084E-4C8C-DCB6-AD45A27AB67E}"/>
              </a:ext>
            </a:extLst>
          </p:cNvPr>
          <p:cNvSpPr/>
          <p:nvPr/>
        </p:nvSpPr>
        <p:spPr>
          <a:xfrm>
            <a:off x="6141516" y="2661219"/>
            <a:ext cx="1514356" cy="295869"/>
          </a:xfrm>
          <a:prstGeom prst="rect">
            <a:avLst/>
          </a:prstGeom>
          <a:solidFill>
            <a:schemeClr val="accent6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"Python Kubernetes"</a:t>
            </a:r>
          </a:p>
        </p:txBody>
      </p:sp>
    </p:spTree>
    <p:extLst>
      <p:ext uri="{BB962C8B-B14F-4D97-AF65-F5344CB8AC3E}">
        <p14:creationId xmlns:p14="http://schemas.microsoft.com/office/powerpoint/2010/main" val="28643049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565B22F4-880D-0E6C-3982-75C1C3CD72A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C18BA3E-E87A-C817-9CCF-EB3D7F117385}"/>
              </a:ext>
            </a:extLst>
          </p:cNvPr>
          <p:cNvSpPr/>
          <p:nvPr/>
        </p:nvSpPr>
        <p:spPr>
          <a:xfrm>
            <a:off x="576540" y="1018073"/>
            <a:ext cx="7672386" cy="3224902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9305193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330079A4-ADC4-21D2-AC5B-2E48FA41EB5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F38D4C5-5FC9-BFDF-5DEE-10332F7A62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93069" y="1693601"/>
            <a:ext cx="599798" cy="536210"/>
          </a:xfrm>
          <a:prstGeom prst="rect">
            <a:avLst/>
          </a:prstGeom>
        </p:spPr>
      </p:pic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AA8AE045-2D23-FD14-22C1-41D60E0046AE}"/>
              </a:ext>
            </a:extLst>
          </p:cNvPr>
          <p:cNvCxnSpPr>
            <a:cxnSpLocks/>
            <a:stCxn id="10" idx="2"/>
          </p:cNvCxnSpPr>
          <p:nvPr/>
        </p:nvCxnSpPr>
        <p:spPr>
          <a:xfrm>
            <a:off x="8592968" y="2229811"/>
            <a:ext cx="120082" cy="527626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pic>
        <p:nvPicPr>
          <p:cNvPr id="38" name="Picture 37">
            <a:extLst>
              <a:ext uri="{FF2B5EF4-FFF2-40B4-BE49-F238E27FC236}">
                <a16:creationId xmlns:a16="http://schemas.microsoft.com/office/drawing/2014/main" id="{ECE841CF-6111-FB7C-0FDA-C93FE126F4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93068" y="3511686"/>
            <a:ext cx="599798" cy="536210"/>
          </a:xfrm>
          <a:prstGeom prst="rect">
            <a:avLst/>
          </a:prstGeom>
        </p:spPr>
      </p:pic>
      <p:sp>
        <p:nvSpPr>
          <p:cNvPr id="47" name="TextBox 46">
            <a:extLst>
              <a:ext uri="{FF2B5EF4-FFF2-40B4-BE49-F238E27FC236}">
                <a16:creationId xmlns:a16="http://schemas.microsoft.com/office/drawing/2014/main" id="{863E0BED-AF8E-F021-B8B2-012A584B71B0}"/>
              </a:ext>
            </a:extLst>
          </p:cNvPr>
          <p:cNvSpPr txBox="1"/>
          <p:nvPr/>
        </p:nvSpPr>
        <p:spPr>
          <a:xfrm rot="16200000">
            <a:off x="7233894" y="2794161"/>
            <a:ext cx="13934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jobs / statistics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6430AE7-390A-5591-B356-6ECDEE2AC9DE}"/>
              </a:ext>
            </a:extLst>
          </p:cNvPr>
          <p:cNvSpPr txBox="1"/>
          <p:nvPr/>
        </p:nvSpPr>
        <p:spPr>
          <a:xfrm rot="16200000">
            <a:off x="7663404" y="2412299"/>
            <a:ext cx="167546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ranked job IDs</a:t>
            </a:r>
          </a:p>
        </p:txBody>
      </p:sp>
      <p:sp>
        <p:nvSpPr>
          <p:cNvPr id="588" name="Rectangle 587">
            <a:extLst>
              <a:ext uri="{FF2B5EF4-FFF2-40B4-BE49-F238E27FC236}">
                <a16:creationId xmlns:a16="http://schemas.microsoft.com/office/drawing/2014/main" id="{45DFBB53-5F22-D948-D9A7-6DE0DDE48936}"/>
              </a:ext>
            </a:extLst>
          </p:cNvPr>
          <p:cNvSpPr/>
          <p:nvPr/>
        </p:nvSpPr>
        <p:spPr>
          <a:xfrm>
            <a:off x="8439571" y="1832144"/>
            <a:ext cx="306794" cy="30679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5" name="Picture 34" descr="File:PostgreSQL logo.3colors.540x557.png">
            <a:extLst>
              <a:ext uri="{FF2B5EF4-FFF2-40B4-BE49-F238E27FC236}">
                <a16:creationId xmlns:a16="http://schemas.microsoft.com/office/drawing/2014/main" id="{711BDBFD-0BC7-EDB4-C711-997ADA6481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5924" y="1844183"/>
            <a:ext cx="274086" cy="282715"/>
          </a:xfrm>
          <a:prstGeom prst="rect">
            <a:avLst/>
          </a:prstGeom>
        </p:spPr>
      </p:pic>
      <p:grpSp>
        <p:nvGrpSpPr>
          <p:cNvPr id="610" name="Group 609">
            <a:extLst>
              <a:ext uri="{FF2B5EF4-FFF2-40B4-BE49-F238E27FC236}">
                <a16:creationId xmlns:a16="http://schemas.microsoft.com/office/drawing/2014/main" id="{60C7EF71-7637-954B-9F62-9D9B73F53E8A}"/>
              </a:ext>
            </a:extLst>
          </p:cNvPr>
          <p:cNvGrpSpPr/>
          <p:nvPr/>
        </p:nvGrpSpPr>
        <p:grpSpPr>
          <a:xfrm>
            <a:off x="8293068" y="3997996"/>
            <a:ext cx="330998" cy="331284"/>
            <a:chOff x="7374729" y="4167559"/>
            <a:chExt cx="330998" cy="331284"/>
          </a:xfrm>
        </p:grpSpPr>
        <p:sp>
          <p:nvSpPr>
            <p:cNvPr id="597" name="Flowchart: Stored Data 596">
              <a:extLst>
                <a:ext uri="{FF2B5EF4-FFF2-40B4-BE49-F238E27FC236}">
                  <a16:creationId xmlns:a16="http://schemas.microsoft.com/office/drawing/2014/main" id="{41991E3D-40BA-7B4C-314E-FFFC2767FD69}"/>
                </a:ext>
              </a:extLst>
            </p:cNvPr>
            <p:cNvSpPr/>
            <p:nvPr/>
          </p:nvSpPr>
          <p:spPr>
            <a:xfrm rot="16200000">
              <a:off x="7488271" y="4054018"/>
              <a:ext cx="103915" cy="330997"/>
            </a:xfrm>
            <a:prstGeom prst="flowChartOnlineStorag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5" name="Flowchart: Stored Data 604">
              <a:extLst>
                <a:ext uri="{FF2B5EF4-FFF2-40B4-BE49-F238E27FC236}">
                  <a16:creationId xmlns:a16="http://schemas.microsoft.com/office/drawing/2014/main" id="{02F934E8-5EB8-D242-7414-4CA6A0E68FEB}"/>
                </a:ext>
              </a:extLst>
            </p:cNvPr>
            <p:cNvSpPr/>
            <p:nvPr/>
          </p:nvSpPr>
          <p:spPr>
            <a:xfrm rot="16200000">
              <a:off x="7474930" y="4164131"/>
              <a:ext cx="130596" cy="330997"/>
            </a:xfrm>
            <a:prstGeom prst="flowChartOnlineStorag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7" name="Flowchart: Stored Data 606">
              <a:extLst>
                <a:ext uri="{FF2B5EF4-FFF2-40B4-BE49-F238E27FC236}">
                  <a16:creationId xmlns:a16="http://schemas.microsoft.com/office/drawing/2014/main" id="{EBB4EA06-F36B-4606-3348-D64270C10412}"/>
                </a:ext>
              </a:extLst>
            </p:cNvPr>
            <p:cNvSpPr/>
            <p:nvPr/>
          </p:nvSpPr>
          <p:spPr>
            <a:xfrm rot="16200000">
              <a:off x="7488270" y="4281386"/>
              <a:ext cx="103917" cy="330997"/>
            </a:xfrm>
            <a:prstGeom prst="flowChartOnlineStorag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40" name="Picture 39">
              <a:extLst>
                <a:ext uri="{FF2B5EF4-FFF2-40B4-BE49-F238E27FC236}">
                  <a16:creationId xmlns:a16="http://schemas.microsoft.com/office/drawing/2014/main" id="{35F74443-E9CD-C8CB-7809-F9B1220D133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398871" y="4198630"/>
              <a:ext cx="282715" cy="282715"/>
            </a:xfrm>
            <a:prstGeom prst="rect">
              <a:avLst/>
            </a:prstGeom>
          </p:spPr>
        </p:pic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21EFDEC9-0F55-F1C5-27B3-30E25CFA3A07}"/>
              </a:ext>
            </a:extLst>
          </p:cNvPr>
          <p:cNvSpPr txBox="1"/>
          <p:nvPr/>
        </p:nvSpPr>
        <p:spPr>
          <a:xfrm>
            <a:off x="5556604" y="438150"/>
            <a:ext cx="1719263" cy="5310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❶, ❷, ❸, ❹, ❺, ❻, ❼,</a:t>
            </a:r>
          </a:p>
        </p:txBody>
      </p:sp>
    </p:spTree>
    <p:extLst>
      <p:ext uri="{BB962C8B-B14F-4D97-AF65-F5344CB8AC3E}">
        <p14:creationId xmlns:p14="http://schemas.microsoft.com/office/powerpoint/2010/main" val="113915057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2">
          <a:extLst>
            <a:ext uri="{FF2B5EF4-FFF2-40B4-BE49-F238E27FC236}">
              <a16:creationId xmlns:a16="http://schemas.microsoft.com/office/drawing/2014/main" id="{C3F06FF1-9335-468A-8DC9-1BB93412AC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Rectangle 49">
            <a:extLst>
              <a:ext uri="{FF2B5EF4-FFF2-40B4-BE49-F238E27FC236}">
                <a16:creationId xmlns:a16="http://schemas.microsoft.com/office/drawing/2014/main" id="{DCA2773C-7D4B-D084-3045-7AB34BC7C5F1}"/>
              </a:ext>
            </a:extLst>
          </p:cNvPr>
          <p:cNvSpPr/>
          <p:nvPr/>
        </p:nvSpPr>
        <p:spPr>
          <a:xfrm>
            <a:off x="1100138" y="633413"/>
            <a:ext cx="7305674" cy="4146236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24" name="TextBox 623">
            <a:extLst>
              <a:ext uri="{FF2B5EF4-FFF2-40B4-BE49-F238E27FC236}">
                <a16:creationId xmlns:a16="http://schemas.microsoft.com/office/drawing/2014/main" id="{68B56A9A-9D78-9898-6DC1-F2F1390C3A52}"/>
              </a:ext>
            </a:extLst>
          </p:cNvPr>
          <p:cNvSpPr txBox="1"/>
          <p:nvPr/>
        </p:nvSpPr>
        <p:spPr>
          <a:xfrm>
            <a:off x="4326689" y="836255"/>
            <a:ext cx="148892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read</a:t>
            </a:r>
          </a:p>
        </p:txBody>
      </p:sp>
      <p:cxnSp>
        <p:nvCxnSpPr>
          <p:cNvPr id="583" name="Connector: Elbow 582">
            <a:extLst>
              <a:ext uri="{FF2B5EF4-FFF2-40B4-BE49-F238E27FC236}">
                <a16:creationId xmlns:a16="http://schemas.microsoft.com/office/drawing/2014/main" id="{AA65BEAE-F6D5-3100-D350-CD15E2BCCD5F}"/>
              </a:ext>
            </a:extLst>
          </p:cNvPr>
          <p:cNvCxnSpPr>
            <a:cxnSpLocks/>
            <a:stCxn id="14" idx="3"/>
            <a:endCxn id="601" idx="2"/>
          </p:cNvCxnSpPr>
          <p:nvPr/>
        </p:nvCxnSpPr>
        <p:spPr>
          <a:xfrm flipV="1">
            <a:off x="4973053" y="1538616"/>
            <a:ext cx="1857458" cy="1175224"/>
          </a:xfrm>
          <a:prstGeom prst="bentConnector2">
            <a:avLst/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633" name="Google Shape;633;p91">
            <a:extLst>
              <a:ext uri="{FF2B5EF4-FFF2-40B4-BE49-F238E27FC236}">
                <a16:creationId xmlns:a16="http://schemas.microsoft.com/office/drawing/2014/main" id="{1FF0F72C-42EA-89B7-6496-D13A3CF51C76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549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>
                <a:latin typeface="Work Sans"/>
                <a:ea typeface="Work Sans"/>
                <a:cs typeface="Work Sans"/>
                <a:sym typeface="Work Sans"/>
              </a:rPr>
              <a:t>Docker Deployment</a:t>
            </a:r>
            <a:endParaRPr sz="1500" dirty="0">
              <a:solidFill>
                <a:schemeClr val="dk2"/>
              </a:solidFill>
            </a:endParaRPr>
          </a:p>
        </p:txBody>
      </p:sp>
      <p:pic>
        <p:nvPicPr>
          <p:cNvPr id="640" name="Google Shape;640;p91" title="Fichier 20.png">
            <a:extLst>
              <a:ext uri="{FF2B5EF4-FFF2-40B4-BE49-F238E27FC236}">
                <a16:creationId xmlns:a16="http://schemas.microsoft.com/office/drawing/2014/main" id="{74C666D9-CE60-B65C-0A76-4855F59F3AE3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2">
            <a:off x="7792129" y="-860609"/>
            <a:ext cx="4282176" cy="2117219"/>
          </a:xfrm>
          <a:prstGeom prst="rect">
            <a:avLst/>
          </a:prstGeom>
          <a:noFill/>
          <a:ln>
            <a:noFill/>
          </a:ln>
        </p:spPr>
      </p:pic>
      <p:pic>
        <p:nvPicPr>
          <p:cNvPr id="641" name="Google Shape;641;p91" title="Fichier 20.png">
            <a:extLst>
              <a:ext uri="{FF2B5EF4-FFF2-40B4-BE49-F238E27FC236}">
                <a16:creationId xmlns:a16="http://schemas.microsoft.com/office/drawing/2014/main" id="{B68D65FD-5CC9-5972-29F5-93C8AE5B5CAC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r="55255"/>
          <a:stretch/>
        </p:blipFill>
        <p:spPr>
          <a:xfrm rot="5400000">
            <a:off x="7892662" y="3745888"/>
            <a:ext cx="1916151" cy="2117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44" name="Picture 43">
            <a:extLst>
              <a:ext uri="{FF2B5EF4-FFF2-40B4-BE49-F238E27FC236}">
                <a16:creationId xmlns:a16="http://schemas.microsoft.com/office/drawing/2014/main" id="{DB8E40B2-7EB3-9C26-FD10-E109D6FA6A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0901" y="944423"/>
            <a:ext cx="345703" cy="309055"/>
          </a:xfrm>
          <a:prstGeom prst="rect">
            <a:avLst/>
          </a:prstGeom>
        </p:spPr>
      </p:pic>
      <p:pic>
        <p:nvPicPr>
          <p:cNvPr id="661" name="Picture 660">
            <a:extLst>
              <a:ext uri="{FF2B5EF4-FFF2-40B4-BE49-F238E27FC236}">
                <a16:creationId xmlns:a16="http://schemas.microsoft.com/office/drawing/2014/main" id="{FC8DB018-09C3-8239-F2EC-5B6D13452EA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92600" y="944424"/>
            <a:ext cx="399024" cy="317193"/>
          </a:xfrm>
          <a:prstGeom prst="rect">
            <a:avLst/>
          </a:prstGeom>
        </p:spPr>
      </p:pic>
      <p:cxnSp>
        <p:nvCxnSpPr>
          <p:cNvPr id="666" name="Connector: Elbow 665">
            <a:extLst>
              <a:ext uri="{FF2B5EF4-FFF2-40B4-BE49-F238E27FC236}">
                <a16:creationId xmlns:a16="http://schemas.microsoft.com/office/drawing/2014/main" id="{A1A69FD4-93A3-D7D5-B457-DAE78C272D39}"/>
              </a:ext>
            </a:extLst>
          </p:cNvPr>
          <p:cNvCxnSpPr>
            <a:cxnSpLocks/>
            <a:stCxn id="28" idx="0"/>
            <a:endCxn id="57" idx="2"/>
          </p:cNvCxnSpPr>
          <p:nvPr/>
        </p:nvCxnSpPr>
        <p:spPr>
          <a:xfrm rot="16200000" flipV="1">
            <a:off x="1982661" y="1316067"/>
            <a:ext cx="1112627" cy="1551419"/>
          </a:xfrm>
          <a:prstGeom prst="bentConnector3">
            <a:avLst>
              <a:gd name="adj1" fmla="val 50000"/>
            </a:avLst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670" name="TextBox 669">
            <a:extLst>
              <a:ext uri="{FF2B5EF4-FFF2-40B4-BE49-F238E27FC236}">
                <a16:creationId xmlns:a16="http://schemas.microsoft.com/office/drawing/2014/main" id="{750FBAB4-F377-148C-C8ED-F4EFC72429E5}"/>
              </a:ext>
            </a:extLst>
          </p:cNvPr>
          <p:cNvSpPr txBox="1"/>
          <p:nvPr/>
        </p:nvSpPr>
        <p:spPr>
          <a:xfrm>
            <a:off x="2969502" y="2644086"/>
            <a:ext cx="2003550" cy="307777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~# docker compose up</a:t>
            </a:r>
          </a:p>
        </p:txBody>
      </p:sp>
      <p:pic>
        <p:nvPicPr>
          <p:cNvPr id="713" name="Picture 712">
            <a:extLst>
              <a:ext uri="{FF2B5EF4-FFF2-40B4-BE49-F238E27FC236}">
                <a16:creationId xmlns:a16="http://schemas.microsoft.com/office/drawing/2014/main" id="{E2C8CE04-7F46-7854-8DD2-9E2F4FDE6AB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00433" y="784324"/>
            <a:ext cx="575868" cy="106267"/>
          </a:xfrm>
          <a:prstGeom prst="rect">
            <a:avLst/>
          </a:prstGeom>
        </p:spPr>
      </p:pic>
      <p:cxnSp>
        <p:nvCxnSpPr>
          <p:cNvPr id="762" name="Straight Arrow Connector 761">
            <a:extLst>
              <a:ext uri="{FF2B5EF4-FFF2-40B4-BE49-F238E27FC236}">
                <a16:creationId xmlns:a16="http://schemas.microsoft.com/office/drawing/2014/main" id="{4EBDB629-1BDF-4AC1-A071-93B3FBAA22FA}"/>
              </a:ext>
            </a:extLst>
          </p:cNvPr>
          <p:cNvCxnSpPr>
            <a:cxnSpLocks/>
            <a:stCxn id="715" idx="3"/>
            <a:endCxn id="44" idx="1"/>
          </p:cNvCxnSpPr>
          <p:nvPr/>
        </p:nvCxnSpPr>
        <p:spPr>
          <a:xfrm flipV="1">
            <a:off x="4191024" y="1098951"/>
            <a:ext cx="2469877" cy="4743"/>
          </a:xfrm>
          <a:prstGeom prst="straightConnector1">
            <a:avLst/>
          </a:prstGeom>
          <a:ln w="19050">
            <a:prstDash val="dash"/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C4B3D84A-4293-8209-129A-80B3E91C77E5}"/>
              </a:ext>
            </a:extLst>
          </p:cNvPr>
          <p:cNvSpPr txBox="1"/>
          <p:nvPr/>
        </p:nvSpPr>
        <p:spPr>
          <a:xfrm>
            <a:off x="3325773" y="1253546"/>
            <a:ext cx="129654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backend</a:t>
            </a:r>
            <a:r>
              <a:rPr lang="en-US" sz="1200" dirty="0"/>
              <a:t> </a:t>
            </a:r>
            <a:r>
              <a:rPr lang="en-US" sz="1200" dirty="0">
                <a:solidFill>
                  <a:srgbClr val="0000EE"/>
                </a:solidFill>
              </a:rPr>
              <a:t>:8000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AAFAC4C-49B1-A0AE-E643-7EF3AEA327D1}"/>
              </a:ext>
            </a:extLst>
          </p:cNvPr>
          <p:cNvSpPr txBox="1"/>
          <p:nvPr/>
        </p:nvSpPr>
        <p:spPr>
          <a:xfrm>
            <a:off x="1139471" y="1258464"/>
            <a:ext cx="124758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frontend </a:t>
            </a:r>
            <a:r>
              <a:rPr lang="en-US" sz="1200" dirty="0">
                <a:solidFill>
                  <a:srgbClr val="0000EE"/>
                </a:solidFill>
              </a:rPr>
              <a:t>:8050</a:t>
            </a:r>
          </a:p>
        </p:txBody>
      </p:sp>
      <p:pic>
        <p:nvPicPr>
          <p:cNvPr id="5" name="Picture 4" descr="File:PostgreSQL logo.3colors.540x557.png">
            <a:extLst>
              <a:ext uri="{FF2B5EF4-FFF2-40B4-BE49-F238E27FC236}">
                <a16:creationId xmlns:a16="http://schemas.microsoft.com/office/drawing/2014/main" id="{9B9F599F-C7DC-99EF-7460-99502CCFE75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26071" y="723300"/>
            <a:ext cx="197063" cy="203267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5FEA6A4D-8BC0-0F25-F3AB-145D9EE091E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14611" y="3724793"/>
            <a:ext cx="762608" cy="295892"/>
          </a:xfrm>
          <a:prstGeom prst="rect">
            <a:avLst/>
          </a:prstGeom>
        </p:spPr>
      </p:pic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65A434ED-2CB1-45C4-D6B1-109A31533D38}"/>
              </a:ext>
            </a:extLst>
          </p:cNvPr>
          <p:cNvCxnSpPr>
            <a:cxnSpLocks/>
            <a:stCxn id="670" idx="0"/>
            <a:endCxn id="52" idx="2"/>
          </p:cNvCxnSpPr>
          <p:nvPr/>
        </p:nvCxnSpPr>
        <p:spPr>
          <a:xfrm flipV="1">
            <a:off x="3971277" y="1530545"/>
            <a:ext cx="2767" cy="1113541"/>
          </a:xfrm>
          <a:prstGeom prst="straightConnector1">
            <a:avLst/>
          </a:prstGeom>
          <a:ln w="19050">
            <a:prstDash val="solid"/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pic>
        <p:nvPicPr>
          <p:cNvPr id="715" name="Picture 714">
            <a:extLst>
              <a:ext uri="{FF2B5EF4-FFF2-40B4-BE49-F238E27FC236}">
                <a16:creationId xmlns:a16="http://schemas.microsoft.com/office/drawing/2014/main" id="{4FBDB149-06FD-1AD3-88B9-D3C5FE3E2C8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761387" y="945097"/>
            <a:ext cx="429637" cy="317193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76B9BFE-EEDA-540F-C48E-13A34C225DF0}"/>
              </a:ext>
            </a:extLst>
          </p:cNvPr>
          <p:cNvSpPr txBox="1"/>
          <p:nvPr/>
        </p:nvSpPr>
        <p:spPr>
          <a:xfrm>
            <a:off x="2149833" y="826026"/>
            <a:ext cx="148037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HTTP</a:t>
            </a:r>
          </a:p>
        </p:txBody>
      </p:sp>
      <p:cxnSp>
        <p:nvCxnSpPr>
          <p:cNvPr id="719" name="Straight Arrow Connector 718">
            <a:extLst>
              <a:ext uri="{FF2B5EF4-FFF2-40B4-BE49-F238E27FC236}">
                <a16:creationId xmlns:a16="http://schemas.microsoft.com/office/drawing/2014/main" id="{7C3EA80D-BAFC-45EB-DD68-0ABB35C1B486}"/>
              </a:ext>
            </a:extLst>
          </p:cNvPr>
          <p:cNvCxnSpPr>
            <a:cxnSpLocks/>
            <a:stCxn id="661" idx="3"/>
            <a:endCxn id="715" idx="1"/>
          </p:cNvCxnSpPr>
          <p:nvPr/>
        </p:nvCxnSpPr>
        <p:spPr>
          <a:xfrm>
            <a:off x="1991624" y="1103021"/>
            <a:ext cx="1769763" cy="673"/>
          </a:xfrm>
          <a:prstGeom prst="straightConnector1">
            <a:avLst/>
          </a:prstGeom>
          <a:ln w="19050">
            <a:prstDash val="dash"/>
            <a:headEnd type="triangle"/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586" name="Connector: Elbow 585">
            <a:extLst>
              <a:ext uri="{FF2B5EF4-FFF2-40B4-BE49-F238E27FC236}">
                <a16:creationId xmlns:a16="http://schemas.microsoft.com/office/drawing/2014/main" id="{730A9459-DAFD-501C-F58C-EAD654379CB2}"/>
              </a:ext>
            </a:extLst>
          </p:cNvPr>
          <p:cNvCxnSpPr>
            <a:cxnSpLocks/>
            <a:stCxn id="692" idx="3"/>
            <a:endCxn id="597" idx="2"/>
          </p:cNvCxnSpPr>
          <p:nvPr/>
        </p:nvCxnSpPr>
        <p:spPr>
          <a:xfrm flipV="1">
            <a:off x="4319971" y="4036724"/>
            <a:ext cx="3267070" cy="371733"/>
          </a:xfrm>
          <a:prstGeom prst="bentConnector2">
            <a:avLst/>
          </a:prstGeom>
          <a:ln w="19050">
            <a:prstDash val="dash"/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grpSp>
        <p:nvGrpSpPr>
          <p:cNvPr id="596" name="Group 595">
            <a:extLst>
              <a:ext uri="{FF2B5EF4-FFF2-40B4-BE49-F238E27FC236}">
                <a16:creationId xmlns:a16="http://schemas.microsoft.com/office/drawing/2014/main" id="{2122F97A-8B5A-8DC9-8B4C-1E3081961900}"/>
              </a:ext>
            </a:extLst>
          </p:cNvPr>
          <p:cNvGrpSpPr/>
          <p:nvPr/>
        </p:nvGrpSpPr>
        <p:grpSpPr>
          <a:xfrm>
            <a:off x="7210017" y="3712518"/>
            <a:ext cx="754048" cy="324206"/>
            <a:chOff x="4084589" y="2171346"/>
            <a:chExt cx="974820" cy="423153"/>
          </a:xfrm>
          <a:solidFill>
            <a:schemeClr val="bg2">
              <a:lumMod val="50000"/>
              <a:lumOff val="50000"/>
            </a:schemeClr>
          </a:solidFill>
        </p:grpSpPr>
        <p:sp>
          <p:nvSpPr>
            <p:cNvPr id="597" name="Rectangle 596">
              <a:extLst>
                <a:ext uri="{FF2B5EF4-FFF2-40B4-BE49-F238E27FC236}">
                  <a16:creationId xmlns:a16="http://schemas.microsoft.com/office/drawing/2014/main" id="{711D9070-8061-D319-A358-3D6BB64589C1}"/>
                </a:ext>
              </a:extLst>
            </p:cNvPr>
            <p:cNvSpPr/>
            <p:nvPr/>
          </p:nvSpPr>
          <p:spPr>
            <a:xfrm>
              <a:off x="4084589" y="2171346"/>
              <a:ext cx="974820" cy="42315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n-US" sz="1200" dirty="0"/>
                <a:t>ETL</a:t>
              </a:r>
            </a:p>
          </p:txBody>
        </p:sp>
        <p:pic>
          <p:nvPicPr>
            <p:cNvPr id="598" name="Picture 597" descr="Python (programming language) - Wikipedia">
              <a:extLst>
                <a:ext uri="{FF2B5EF4-FFF2-40B4-BE49-F238E27FC236}">
                  <a16:creationId xmlns:a16="http://schemas.microsoft.com/office/drawing/2014/main" id="{0F7A1F3D-40C7-68CE-145F-FB49238E2DE6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4171699" y="2204198"/>
              <a:ext cx="357449" cy="357449"/>
            </a:xfrm>
            <a:prstGeom prst="rect">
              <a:avLst/>
            </a:prstGeom>
            <a:grpFill/>
            <a:ln>
              <a:noFill/>
            </a:ln>
          </p:spPr>
        </p:pic>
      </p:grpSp>
      <p:sp>
        <p:nvSpPr>
          <p:cNvPr id="601" name="TextBox 600">
            <a:extLst>
              <a:ext uri="{FF2B5EF4-FFF2-40B4-BE49-F238E27FC236}">
                <a16:creationId xmlns:a16="http://schemas.microsoft.com/office/drawing/2014/main" id="{4ADA5567-79B8-5396-CF47-ABE36BAED440}"/>
              </a:ext>
            </a:extLst>
          </p:cNvPr>
          <p:cNvSpPr txBox="1"/>
          <p:nvPr/>
        </p:nvSpPr>
        <p:spPr>
          <a:xfrm>
            <a:off x="6171289" y="1261617"/>
            <a:ext cx="131844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postgres</a:t>
            </a:r>
            <a:r>
              <a:rPr lang="en-US" sz="1200" dirty="0"/>
              <a:t> </a:t>
            </a:r>
            <a:r>
              <a:rPr lang="en-US" sz="1200" dirty="0">
                <a:solidFill>
                  <a:srgbClr val="0000EE"/>
                </a:solidFill>
              </a:rPr>
              <a:t>:5432</a:t>
            </a:r>
          </a:p>
        </p:txBody>
      </p:sp>
      <p:sp>
        <p:nvSpPr>
          <p:cNvPr id="603" name="TextBox 602">
            <a:extLst>
              <a:ext uri="{FF2B5EF4-FFF2-40B4-BE49-F238E27FC236}">
                <a16:creationId xmlns:a16="http://schemas.microsoft.com/office/drawing/2014/main" id="{A2C88963-4E5C-BFB4-7FAF-925A3E6AF2B0}"/>
              </a:ext>
            </a:extLst>
          </p:cNvPr>
          <p:cNvSpPr txBox="1"/>
          <p:nvPr/>
        </p:nvSpPr>
        <p:spPr>
          <a:xfrm>
            <a:off x="4437250" y="3418897"/>
            <a:ext cx="17816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>
                <a:solidFill>
                  <a:srgbClr val="262626"/>
                </a:solidFill>
              </a:rPr>
              <a:t>airflow</a:t>
            </a:r>
            <a:r>
              <a:rPr lang="en-US" sz="1200" dirty="0"/>
              <a:t> </a:t>
            </a:r>
            <a:r>
              <a:rPr lang="en-US" sz="1200" dirty="0">
                <a:solidFill>
                  <a:srgbClr val="0000EE"/>
                </a:solidFill>
              </a:rPr>
              <a:t>:8080</a:t>
            </a:r>
          </a:p>
        </p:txBody>
      </p:sp>
      <p:cxnSp>
        <p:nvCxnSpPr>
          <p:cNvPr id="608" name="Connector: Elbow 607">
            <a:extLst>
              <a:ext uri="{FF2B5EF4-FFF2-40B4-BE49-F238E27FC236}">
                <a16:creationId xmlns:a16="http://schemas.microsoft.com/office/drawing/2014/main" id="{8565C8D3-9B03-3EBE-49CA-10FE31FDE57D}"/>
              </a:ext>
            </a:extLst>
          </p:cNvPr>
          <p:cNvCxnSpPr>
            <a:cxnSpLocks/>
            <a:stCxn id="597" idx="0"/>
            <a:endCxn id="44" idx="3"/>
          </p:cNvCxnSpPr>
          <p:nvPr/>
        </p:nvCxnSpPr>
        <p:spPr>
          <a:xfrm rot="16200000" flipV="1">
            <a:off x="5990040" y="2115516"/>
            <a:ext cx="2613567" cy="580437"/>
          </a:xfrm>
          <a:prstGeom prst="bentConnector2">
            <a:avLst/>
          </a:prstGeom>
          <a:ln w="19050">
            <a:prstDash val="dash"/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626" name="TextBox 625">
            <a:extLst>
              <a:ext uri="{FF2B5EF4-FFF2-40B4-BE49-F238E27FC236}">
                <a16:creationId xmlns:a16="http://schemas.microsoft.com/office/drawing/2014/main" id="{17B69DE1-33EF-5E03-8326-C0CB0D86E2FD}"/>
              </a:ext>
            </a:extLst>
          </p:cNvPr>
          <p:cNvSpPr txBox="1"/>
          <p:nvPr/>
        </p:nvSpPr>
        <p:spPr>
          <a:xfrm>
            <a:off x="6005200" y="3871932"/>
            <a:ext cx="123461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trigger</a:t>
            </a:r>
          </a:p>
        </p:txBody>
      </p:sp>
      <p:sp>
        <p:nvSpPr>
          <p:cNvPr id="628" name="TextBox 627">
            <a:extLst>
              <a:ext uri="{FF2B5EF4-FFF2-40B4-BE49-F238E27FC236}">
                <a16:creationId xmlns:a16="http://schemas.microsoft.com/office/drawing/2014/main" id="{D70AD31E-19CE-30A0-0DBD-362F54CBC38D}"/>
              </a:ext>
            </a:extLst>
          </p:cNvPr>
          <p:cNvSpPr txBox="1"/>
          <p:nvPr/>
        </p:nvSpPr>
        <p:spPr>
          <a:xfrm rot="5400000">
            <a:off x="6784085" y="2432295"/>
            <a:ext cx="191140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update</a:t>
            </a:r>
          </a:p>
        </p:txBody>
      </p:sp>
      <p:pic>
        <p:nvPicPr>
          <p:cNvPr id="7" name="Picture 6" descr="Docker Icon in SVG, PNG formats">
            <a:extLst>
              <a:ext uri="{FF2B5EF4-FFF2-40B4-BE49-F238E27FC236}">
                <a16:creationId xmlns:a16="http://schemas.microsoft.com/office/drawing/2014/main" id="{E9A1FD7E-3B9E-D2B9-543C-FE37C712E0A2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012321" y="2300465"/>
            <a:ext cx="247147" cy="247147"/>
          </a:xfrm>
          <a:prstGeom prst="rect">
            <a:avLst/>
          </a:prstGeom>
        </p:spPr>
      </p:pic>
      <p:sp>
        <p:nvSpPr>
          <p:cNvPr id="39" name="TextBox 38">
            <a:extLst>
              <a:ext uri="{FF2B5EF4-FFF2-40B4-BE49-F238E27FC236}">
                <a16:creationId xmlns:a16="http://schemas.microsoft.com/office/drawing/2014/main" id="{70D2196D-59E9-177A-CEE7-8001F3B670FB}"/>
              </a:ext>
            </a:extLst>
          </p:cNvPr>
          <p:cNvSpPr txBox="1"/>
          <p:nvPr/>
        </p:nvSpPr>
        <p:spPr>
          <a:xfrm>
            <a:off x="3518405" y="3955861"/>
            <a:ext cx="127454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data-update</a:t>
            </a: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AD35E20B-C39B-0882-F9B6-EB9C6AAA42A6}"/>
              </a:ext>
            </a:extLst>
          </p:cNvPr>
          <p:cNvCxnSpPr>
            <a:cxnSpLocks/>
            <a:stCxn id="3" idx="3"/>
            <a:endCxn id="597" idx="1"/>
          </p:cNvCxnSpPr>
          <p:nvPr/>
        </p:nvCxnSpPr>
        <p:spPr>
          <a:xfrm>
            <a:off x="5777219" y="3872739"/>
            <a:ext cx="1432798" cy="1882"/>
          </a:xfrm>
          <a:prstGeom prst="straightConnector1">
            <a:avLst/>
          </a:prstGeom>
          <a:ln w="19050">
            <a:prstDash val="dash"/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3859F5EC-BB3D-BA80-2986-E120FD7F83B3}"/>
              </a:ext>
            </a:extLst>
          </p:cNvPr>
          <p:cNvCxnSpPr>
            <a:cxnSpLocks/>
            <a:endCxn id="39" idx="0"/>
          </p:cNvCxnSpPr>
          <p:nvPr/>
        </p:nvCxnSpPr>
        <p:spPr>
          <a:xfrm>
            <a:off x="4155677" y="2949118"/>
            <a:ext cx="0" cy="1006743"/>
          </a:xfrm>
          <a:prstGeom prst="straightConnector1">
            <a:avLst/>
          </a:prstGeom>
          <a:ln w="19050">
            <a:prstDash val="solid"/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pic>
        <p:nvPicPr>
          <p:cNvPr id="622" name="Picture 621" descr="Docker Icon in SVG, PNG formats">
            <a:extLst>
              <a:ext uri="{FF2B5EF4-FFF2-40B4-BE49-F238E27FC236}">
                <a16:creationId xmlns:a16="http://schemas.microsoft.com/office/drawing/2014/main" id="{443B7520-6A7C-4CAD-810B-36648AB2DE94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335190" y="2233599"/>
            <a:ext cx="247147" cy="247147"/>
          </a:xfrm>
          <a:prstGeom prst="rect">
            <a:avLst/>
          </a:prstGeom>
        </p:spPr>
      </p:pic>
      <p:pic>
        <p:nvPicPr>
          <p:cNvPr id="625" name="Picture 624" descr="Docker Icon in SVG, PNG formats">
            <a:extLst>
              <a:ext uri="{FF2B5EF4-FFF2-40B4-BE49-F238E27FC236}">
                <a16:creationId xmlns:a16="http://schemas.microsoft.com/office/drawing/2014/main" id="{CC681AFC-5BDB-74C4-A89B-6BA6DF2B2236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395915" y="2459384"/>
            <a:ext cx="247147" cy="247147"/>
          </a:xfrm>
          <a:prstGeom prst="rect">
            <a:avLst/>
          </a:prstGeom>
        </p:spPr>
      </p:pic>
      <p:pic>
        <p:nvPicPr>
          <p:cNvPr id="629" name="Picture 628" descr="Docker Icon in SVG, PNG formats">
            <a:extLst>
              <a:ext uri="{FF2B5EF4-FFF2-40B4-BE49-F238E27FC236}">
                <a16:creationId xmlns:a16="http://schemas.microsoft.com/office/drawing/2014/main" id="{D61E0EED-CADB-5201-BC04-88668B515DAE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026977" y="2888064"/>
            <a:ext cx="247147" cy="247147"/>
          </a:xfrm>
          <a:prstGeom prst="rect">
            <a:avLst/>
          </a:prstGeom>
        </p:spPr>
      </p:pic>
      <p:pic>
        <p:nvPicPr>
          <p:cNvPr id="631" name="Picture 630" descr="Docker Icon in SVG, PNG formats">
            <a:extLst>
              <a:ext uri="{FF2B5EF4-FFF2-40B4-BE49-F238E27FC236}">
                <a16:creationId xmlns:a16="http://schemas.microsoft.com/office/drawing/2014/main" id="{5208CC7B-BFBB-DEE3-0D47-2FDC595CDAA8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262985" y="3014583"/>
            <a:ext cx="247147" cy="247147"/>
          </a:xfrm>
          <a:prstGeom prst="rect">
            <a:avLst/>
          </a:prstGeom>
        </p:spPr>
      </p:pic>
      <p:sp>
        <p:nvSpPr>
          <p:cNvPr id="677" name="TextBox 676">
            <a:extLst>
              <a:ext uri="{FF2B5EF4-FFF2-40B4-BE49-F238E27FC236}">
                <a16:creationId xmlns:a16="http://schemas.microsoft.com/office/drawing/2014/main" id="{28CD5A56-BB03-18DC-CA9A-716BB92B2385}"/>
              </a:ext>
            </a:extLst>
          </p:cNvPr>
          <p:cNvSpPr txBox="1"/>
          <p:nvPr/>
        </p:nvSpPr>
        <p:spPr>
          <a:xfrm>
            <a:off x="4510132" y="4400539"/>
            <a:ext cx="305778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trigger</a:t>
            </a:r>
          </a:p>
        </p:txBody>
      </p:sp>
      <p:pic>
        <p:nvPicPr>
          <p:cNvPr id="687" name="Picture 686">
            <a:extLst>
              <a:ext uri="{FF2B5EF4-FFF2-40B4-BE49-F238E27FC236}">
                <a16:creationId xmlns:a16="http://schemas.microsoft.com/office/drawing/2014/main" id="{F8946F9C-4916-91EC-4E38-C78628144100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568727" y="4423452"/>
            <a:ext cx="244715" cy="244715"/>
          </a:xfrm>
          <a:prstGeom prst="rect">
            <a:avLst/>
          </a:prstGeom>
        </p:spPr>
      </p:pic>
      <p:grpSp>
        <p:nvGrpSpPr>
          <p:cNvPr id="604" name="Group 603">
            <a:extLst>
              <a:ext uri="{FF2B5EF4-FFF2-40B4-BE49-F238E27FC236}">
                <a16:creationId xmlns:a16="http://schemas.microsoft.com/office/drawing/2014/main" id="{539D3B95-37BB-4AEA-083F-44488733A3D3}"/>
              </a:ext>
            </a:extLst>
          </p:cNvPr>
          <p:cNvGrpSpPr/>
          <p:nvPr/>
        </p:nvGrpSpPr>
        <p:grpSpPr>
          <a:xfrm>
            <a:off x="5990033" y="3892135"/>
            <a:ext cx="429030" cy="266298"/>
            <a:chOff x="5836602" y="3526478"/>
            <a:chExt cx="429030" cy="266298"/>
          </a:xfrm>
        </p:grpSpPr>
        <p:pic>
          <p:nvPicPr>
            <p:cNvPr id="685" name="Picture 684">
              <a:extLst>
                <a:ext uri="{FF2B5EF4-FFF2-40B4-BE49-F238E27FC236}">
                  <a16:creationId xmlns:a16="http://schemas.microsoft.com/office/drawing/2014/main" id="{7AE2D7F6-CD5B-6DBA-EAA7-92EBD7C2BB4A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5909286" y="3526478"/>
              <a:ext cx="266298" cy="266298"/>
            </a:xfrm>
            <a:prstGeom prst="rect">
              <a:avLst/>
            </a:prstGeom>
          </p:spPr>
        </p:pic>
        <p:sp>
          <p:nvSpPr>
            <p:cNvPr id="646" name="TextBox 645">
              <a:extLst>
                <a:ext uri="{FF2B5EF4-FFF2-40B4-BE49-F238E27FC236}">
                  <a16:creationId xmlns:a16="http://schemas.microsoft.com/office/drawing/2014/main" id="{0CD0BFA2-3EA8-521D-CE70-5A08FE56D997}"/>
                </a:ext>
              </a:extLst>
            </p:cNvPr>
            <p:cNvSpPr txBox="1"/>
            <p:nvPr/>
          </p:nvSpPr>
          <p:spPr>
            <a:xfrm>
              <a:off x="5836602" y="3570582"/>
              <a:ext cx="429030" cy="18466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600" b="1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24</a:t>
              </a:r>
              <a:r>
                <a:rPr lang="en-US" sz="300" b="1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 </a:t>
              </a:r>
              <a:r>
                <a:rPr lang="en-US" sz="600" b="1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h</a:t>
              </a:r>
            </a:p>
          </p:txBody>
        </p:sp>
      </p:grpSp>
      <p:pic>
        <p:nvPicPr>
          <p:cNvPr id="692" name="Picture 691" descr="Python (programming language) - Wikipedia">
            <a:extLst>
              <a:ext uri="{FF2B5EF4-FFF2-40B4-BE49-F238E27FC236}">
                <a16:creationId xmlns:a16="http://schemas.microsoft.com/office/drawing/2014/main" id="{48C2BA47-F3B8-8AC0-9B2A-C67BCD391E0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991383" y="4244163"/>
            <a:ext cx="328588" cy="328588"/>
          </a:xfrm>
          <a:prstGeom prst="rect">
            <a:avLst/>
          </a:prstGeom>
          <a:noFill/>
          <a:ln>
            <a:noFill/>
          </a:ln>
        </p:spPr>
      </p:pic>
      <p:pic>
        <p:nvPicPr>
          <p:cNvPr id="695" name="Picture 694">
            <a:extLst>
              <a:ext uri="{FF2B5EF4-FFF2-40B4-BE49-F238E27FC236}">
                <a16:creationId xmlns:a16="http://schemas.microsoft.com/office/drawing/2014/main" id="{4BF7BEB4-4C12-8368-7A73-6A478C80352C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 rot="7200000">
            <a:off x="7625786" y="2029437"/>
            <a:ext cx="217941" cy="21794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EAD310C-A59A-B0BC-FDB7-DC88DBD26789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366806" y="745130"/>
            <a:ext cx="857296" cy="15739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D1E4613-0194-BF9B-9CD5-F7AB8C1D8CA7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677704" y="4306474"/>
            <a:ext cx="333670" cy="36169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08ED6C7-33AE-2038-7516-1C1732411EAC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682344" y="3424828"/>
            <a:ext cx="329030" cy="329030"/>
          </a:xfrm>
          <a:prstGeom prst="rect">
            <a:avLst/>
          </a:prstGeom>
        </p:spPr>
      </p:pic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0C8D7D11-EF5E-9203-1E5A-6C4D3A324783}"/>
              </a:ext>
            </a:extLst>
          </p:cNvPr>
          <p:cNvCxnSpPr>
            <a:cxnSpLocks/>
            <a:stCxn id="670" idx="1"/>
            <a:endCxn id="18" idx="0"/>
          </p:cNvCxnSpPr>
          <p:nvPr/>
        </p:nvCxnSpPr>
        <p:spPr>
          <a:xfrm rot="10800000" flipV="1">
            <a:off x="1846860" y="2797974"/>
            <a:ext cx="1122643" cy="303603"/>
          </a:xfrm>
          <a:prstGeom prst="bentConnector2">
            <a:avLst/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pic>
        <p:nvPicPr>
          <p:cNvPr id="13" name="Picture 12" descr="Docker Icon in SVG, PNG formats">
            <a:extLst>
              <a:ext uri="{FF2B5EF4-FFF2-40B4-BE49-F238E27FC236}">
                <a16:creationId xmlns:a16="http://schemas.microsoft.com/office/drawing/2014/main" id="{7ECDF6FC-36EC-479C-0764-7022FBDE3642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626154" y="2801978"/>
            <a:ext cx="247147" cy="247147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1DD84F0F-C428-658E-C774-54C817E1F72C}"/>
              </a:ext>
            </a:extLst>
          </p:cNvPr>
          <p:cNvSpPr txBox="1"/>
          <p:nvPr/>
        </p:nvSpPr>
        <p:spPr>
          <a:xfrm>
            <a:off x="1046793" y="3101578"/>
            <a:ext cx="160013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 err="1">
                <a:solidFill>
                  <a:srgbClr val="262626"/>
                </a:solidFill>
              </a:rPr>
              <a:t>prometheus</a:t>
            </a:r>
            <a:r>
              <a:rPr lang="en-US" sz="1200" dirty="0"/>
              <a:t> </a:t>
            </a:r>
            <a:r>
              <a:rPr lang="en-US" sz="1200" dirty="0">
                <a:solidFill>
                  <a:srgbClr val="0000EE"/>
                </a:solidFill>
              </a:rPr>
              <a:t>:9090</a:t>
            </a:r>
          </a:p>
        </p:txBody>
      </p: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C6E04F3B-47CD-FBCC-DBAF-3B5BEA8132E8}"/>
              </a:ext>
            </a:extLst>
          </p:cNvPr>
          <p:cNvCxnSpPr>
            <a:cxnSpLocks/>
            <a:stCxn id="28" idx="2"/>
            <a:endCxn id="23" idx="3"/>
          </p:cNvCxnSpPr>
          <p:nvPr/>
        </p:nvCxnSpPr>
        <p:spPr>
          <a:xfrm rot="5400000">
            <a:off x="2286871" y="3127721"/>
            <a:ext cx="1199666" cy="855958"/>
          </a:xfrm>
          <a:prstGeom prst="bentConnector2">
            <a:avLst/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9F0DE422-0703-0F6C-B669-ED4A241CBA43}"/>
              </a:ext>
            </a:extLst>
          </p:cNvPr>
          <p:cNvSpPr txBox="1"/>
          <p:nvPr/>
        </p:nvSpPr>
        <p:spPr>
          <a:xfrm>
            <a:off x="1229827" y="4017033"/>
            <a:ext cx="12288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 err="1">
                <a:solidFill>
                  <a:srgbClr val="262626"/>
                </a:solidFill>
              </a:rPr>
              <a:t>grafana</a:t>
            </a:r>
            <a:r>
              <a:rPr lang="en-US" sz="1200" dirty="0"/>
              <a:t> </a:t>
            </a:r>
            <a:r>
              <a:rPr lang="en-US" sz="1200" dirty="0">
                <a:solidFill>
                  <a:srgbClr val="0000EE"/>
                </a:solidFill>
              </a:rPr>
              <a:t>:3000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A471F6A-DE7D-08BE-6682-F73B1056A1A4}"/>
              </a:ext>
            </a:extLst>
          </p:cNvPr>
          <p:cNvSpPr/>
          <p:nvPr/>
        </p:nvSpPr>
        <p:spPr>
          <a:xfrm>
            <a:off x="3176287" y="2648090"/>
            <a:ext cx="276792" cy="307777"/>
          </a:xfrm>
          <a:prstGeom prst="rect">
            <a:avLst/>
          </a:prstGeom>
          <a:solidFill>
            <a:schemeClr val="lt1">
              <a:alpha val="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9C92E324-5587-80C9-1884-0DCC975A402F}"/>
              </a:ext>
            </a:extLst>
          </p:cNvPr>
          <p:cNvSpPr/>
          <p:nvPr/>
        </p:nvSpPr>
        <p:spPr>
          <a:xfrm>
            <a:off x="4495007" y="2641341"/>
            <a:ext cx="276793" cy="307777"/>
          </a:xfrm>
          <a:prstGeom prst="rect">
            <a:avLst/>
          </a:prstGeom>
          <a:solidFill>
            <a:schemeClr val="lt1">
              <a:alpha val="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2" name="Connector: Elbow 41">
            <a:extLst>
              <a:ext uri="{FF2B5EF4-FFF2-40B4-BE49-F238E27FC236}">
                <a16:creationId xmlns:a16="http://schemas.microsoft.com/office/drawing/2014/main" id="{978DAC96-214C-F897-6C4F-9F37D8D0273D}"/>
              </a:ext>
            </a:extLst>
          </p:cNvPr>
          <p:cNvCxnSpPr>
            <a:cxnSpLocks/>
            <a:stCxn id="16" idx="3"/>
            <a:endCxn id="603" idx="0"/>
          </p:cNvCxnSpPr>
          <p:nvPr/>
        </p:nvCxnSpPr>
        <p:spPr>
          <a:xfrm>
            <a:off x="4973054" y="2875226"/>
            <a:ext cx="354997" cy="543671"/>
          </a:xfrm>
          <a:prstGeom prst="bentConnector2">
            <a:avLst/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580" name="Straight Arrow Connector 579">
            <a:extLst>
              <a:ext uri="{FF2B5EF4-FFF2-40B4-BE49-F238E27FC236}">
                <a16:creationId xmlns:a16="http://schemas.microsoft.com/office/drawing/2014/main" id="{99F27F60-AE5B-18CA-FBB0-E37DC96B7C62}"/>
              </a:ext>
            </a:extLst>
          </p:cNvPr>
          <p:cNvCxnSpPr>
            <a:cxnSpLocks/>
            <a:stCxn id="23" idx="0"/>
            <a:endCxn id="11" idx="2"/>
          </p:cNvCxnSpPr>
          <p:nvPr/>
        </p:nvCxnSpPr>
        <p:spPr>
          <a:xfrm flipV="1">
            <a:off x="1844276" y="3753858"/>
            <a:ext cx="2583" cy="263175"/>
          </a:xfrm>
          <a:prstGeom prst="straightConnector1">
            <a:avLst/>
          </a:prstGeom>
          <a:ln w="19050">
            <a:prstDash val="dash"/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pic>
        <p:nvPicPr>
          <p:cNvPr id="588" name="Picture 587" descr="Docker Icon in SVG, PNG formats">
            <a:extLst>
              <a:ext uri="{FF2B5EF4-FFF2-40B4-BE49-F238E27FC236}">
                <a16:creationId xmlns:a16="http://schemas.microsoft.com/office/drawing/2014/main" id="{574B036B-8E45-18A9-867C-8B6F4241BDC8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052713" y="3097308"/>
            <a:ext cx="247147" cy="247147"/>
          </a:xfrm>
          <a:prstGeom prst="rect">
            <a:avLst/>
          </a:prstGeom>
        </p:spPr>
      </p:pic>
      <p:sp>
        <p:nvSpPr>
          <p:cNvPr id="591" name="TextBox 590">
            <a:extLst>
              <a:ext uri="{FF2B5EF4-FFF2-40B4-BE49-F238E27FC236}">
                <a16:creationId xmlns:a16="http://schemas.microsoft.com/office/drawing/2014/main" id="{0D2D2634-6F11-2706-F34A-8290E6A1834B}"/>
              </a:ext>
            </a:extLst>
          </p:cNvPr>
          <p:cNvSpPr txBox="1"/>
          <p:nvPr/>
        </p:nvSpPr>
        <p:spPr>
          <a:xfrm>
            <a:off x="1302113" y="3731425"/>
            <a:ext cx="148892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use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5F2B738-2CE3-E13E-34F1-23CDE1424AA7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37683" y="3732389"/>
            <a:ext cx="274988" cy="274988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15FDA2A-38E6-790A-16F8-8ADFA35B631C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5250359" y="1378990"/>
            <a:ext cx="205822" cy="205822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EC9BC564-2EAE-04D3-791A-0508D40CEC20}"/>
              </a:ext>
            </a:extLst>
          </p:cNvPr>
          <p:cNvSpPr/>
          <p:nvPr/>
        </p:nvSpPr>
        <p:spPr>
          <a:xfrm>
            <a:off x="4500828" y="2641341"/>
            <a:ext cx="472225" cy="144997"/>
          </a:xfrm>
          <a:prstGeom prst="rect">
            <a:avLst/>
          </a:prstGeom>
          <a:solidFill>
            <a:schemeClr val="bg1">
              <a:alpha val="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443C439-615B-6934-474E-09C570C7D391}"/>
              </a:ext>
            </a:extLst>
          </p:cNvPr>
          <p:cNvSpPr/>
          <p:nvPr/>
        </p:nvSpPr>
        <p:spPr>
          <a:xfrm>
            <a:off x="4495008" y="2801333"/>
            <a:ext cx="478046" cy="147785"/>
          </a:xfrm>
          <a:prstGeom prst="rect">
            <a:avLst/>
          </a:prstGeom>
          <a:solidFill>
            <a:schemeClr val="bg1">
              <a:alpha val="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F7A3F31A-1512-400D-B86C-E47916CAE5B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78020" y="1600201"/>
            <a:ext cx="345703" cy="309055"/>
          </a:xfrm>
          <a:prstGeom prst="rect">
            <a:avLst/>
          </a:prstGeom>
        </p:spPr>
      </p:pic>
      <p:sp>
        <p:nvSpPr>
          <p:cNvPr id="45" name="TextBox 44">
            <a:extLst>
              <a:ext uri="{FF2B5EF4-FFF2-40B4-BE49-F238E27FC236}">
                <a16:creationId xmlns:a16="http://schemas.microsoft.com/office/drawing/2014/main" id="{182AC757-98D0-1B32-C6CC-742068547CDA}"/>
              </a:ext>
            </a:extLst>
          </p:cNvPr>
          <p:cNvSpPr txBox="1"/>
          <p:nvPr/>
        </p:nvSpPr>
        <p:spPr>
          <a:xfrm>
            <a:off x="4500828" y="1867192"/>
            <a:ext cx="171642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elasticsearch</a:t>
            </a:r>
            <a:r>
              <a:rPr lang="en-US" sz="1200" dirty="0"/>
              <a:t> </a:t>
            </a:r>
            <a:r>
              <a:rPr lang="en-US" sz="1200" dirty="0">
                <a:solidFill>
                  <a:srgbClr val="0000EE"/>
                </a:solidFill>
              </a:rPr>
              <a:t>:9200</a:t>
            </a:r>
          </a:p>
        </p:txBody>
      </p: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D83B086B-D46F-B105-4D32-D185B789DBF2}"/>
              </a:ext>
            </a:extLst>
          </p:cNvPr>
          <p:cNvCxnSpPr>
            <a:cxnSpLocks/>
            <a:stCxn id="14" idx="0"/>
            <a:endCxn id="45" idx="2"/>
          </p:cNvCxnSpPr>
          <p:nvPr/>
        </p:nvCxnSpPr>
        <p:spPr>
          <a:xfrm rot="5400000" flipH="1" flipV="1">
            <a:off x="4799416" y="2081716"/>
            <a:ext cx="497150" cy="622101"/>
          </a:xfrm>
          <a:prstGeom prst="bentConnector3">
            <a:avLst>
              <a:gd name="adj1" fmla="val 50000"/>
            </a:avLst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pic>
        <p:nvPicPr>
          <p:cNvPr id="63" name="Picture 62" descr="Docker Icon in SVG, PNG formats">
            <a:extLst>
              <a:ext uri="{FF2B5EF4-FFF2-40B4-BE49-F238E27FC236}">
                <a16:creationId xmlns:a16="http://schemas.microsoft.com/office/drawing/2014/main" id="{B868BBE7-E83D-C8D7-D6F6-9109A97734A0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452920" y="2355665"/>
            <a:ext cx="247147" cy="247147"/>
          </a:xfrm>
          <a:prstGeom prst="rect">
            <a:avLst/>
          </a:prstGeom>
        </p:spPr>
      </p:pic>
      <p:cxnSp>
        <p:nvCxnSpPr>
          <p:cNvPr id="576" name="Connector: Elbow 575">
            <a:extLst>
              <a:ext uri="{FF2B5EF4-FFF2-40B4-BE49-F238E27FC236}">
                <a16:creationId xmlns:a16="http://schemas.microsoft.com/office/drawing/2014/main" id="{1F7B340B-9CBE-5F90-754F-3B926E26B842}"/>
              </a:ext>
            </a:extLst>
          </p:cNvPr>
          <p:cNvCxnSpPr>
            <a:cxnSpLocks/>
            <a:stCxn id="715" idx="3"/>
            <a:endCxn id="10" idx="0"/>
          </p:cNvCxnSpPr>
          <p:nvPr/>
        </p:nvCxnSpPr>
        <p:spPr>
          <a:xfrm>
            <a:off x="4191024" y="1103694"/>
            <a:ext cx="1162246" cy="275296"/>
          </a:xfrm>
          <a:prstGeom prst="bentConnector2">
            <a:avLst/>
          </a:prstGeom>
          <a:ln w="19050">
            <a:prstDash val="dash"/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0102509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2">
          <a:extLst>
            <a:ext uri="{FF2B5EF4-FFF2-40B4-BE49-F238E27FC236}">
              <a16:creationId xmlns:a16="http://schemas.microsoft.com/office/drawing/2014/main" id="{25D6388D-7F14-3E67-49C1-31C320D975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Rectangle 49">
            <a:extLst>
              <a:ext uri="{FF2B5EF4-FFF2-40B4-BE49-F238E27FC236}">
                <a16:creationId xmlns:a16="http://schemas.microsoft.com/office/drawing/2014/main" id="{C6143E3F-51A4-E2D2-5E42-6AEBBFC62ABF}"/>
              </a:ext>
            </a:extLst>
          </p:cNvPr>
          <p:cNvSpPr/>
          <p:nvPr/>
        </p:nvSpPr>
        <p:spPr>
          <a:xfrm>
            <a:off x="851790" y="747600"/>
            <a:ext cx="6997709" cy="3893973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33" name="Google Shape;633;p91">
            <a:extLst>
              <a:ext uri="{FF2B5EF4-FFF2-40B4-BE49-F238E27FC236}">
                <a16:creationId xmlns:a16="http://schemas.microsoft.com/office/drawing/2014/main" id="{DF0AAE9E-1295-E879-B412-9C84573A24B0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549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>
                <a:latin typeface="Work Sans"/>
                <a:ea typeface="Work Sans"/>
                <a:cs typeface="Work Sans"/>
                <a:sym typeface="Work Sans"/>
              </a:rPr>
              <a:t>Monitoring &amp; Reliability</a:t>
            </a:r>
            <a:endParaRPr sz="1500" dirty="0">
              <a:solidFill>
                <a:schemeClr val="dk2"/>
              </a:solidFill>
            </a:endParaRPr>
          </a:p>
        </p:txBody>
      </p:sp>
      <p:pic>
        <p:nvPicPr>
          <p:cNvPr id="640" name="Google Shape;640;p91" title="Fichier 20.png">
            <a:extLst>
              <a:ext uri="{FF2B5EF4-FFF2-40B4-BE49-F238E27FC236}">
                <a16:creationId xmlns:a16="http://schemas.microsoft.com/office/drawing/2014/main" id="{6F2F4812-FA30-A89E-C6DC-56E69DDCC0EC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2">
            <a:off x="7792129" y="-860609"/>
            <a:ext cx="4282176" cy="2117219"/>
          </a:xfrm>
          <a:prstGeom prst="rect">
            <a:avLst/>
          </a:prstGeom>
          <a:noFill/>
          <a:ln>
            <a:noFill/>
          </a:ln>
        </p:spPr>
      </p:pic>
      <p:pic>
        <p:nvPicPr>
          <p:cNvPr id="641" name="Google Shape;641;p91" title="Fichier 20.png">
            <a:extLst>
              <a:ext uri="{FF2B5EF4-FFF2-40B4-BE49-F238E27FC236}">
                <a16:creationId xmlns:a16="http://schemas.microsoft.com/office/drawing/2014/main" id="{78182C36-2717-2611-DBA5-962E12F4D655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r="55255"/>
          <a:stretch/>
        </p:blipFill>
        <p:spPr>
          <a:xfrm rot="5400000">
            <a:off x="7892662" y="3745888"/>
            <a:ext cx="1916151" cy="2117225"/>
          </a:xfrm>
          <a:prstGeom prst="rect">
            <a:avLst/>
          </a:prstGeom>
          <a:noFill/>
          <a:ln>
            <a:noFill/>
          </a:ln>
        </p:spPr>
      </p:pic>
      <p:sp>
        <p:nvSpPr>
          <p:cNvPr id="52" name="TextBox 51">
            <a:extLst>
              <a:ext uri="{FF2B5EF4-FFF2-40B4-BE49-F238E27FC236}">
                <a16:creationId xmlns:a16="http://schemas.microsoft.com/office/drawing/2014/main" id="{5A0673A0-350B-40B5-00AF-9C15BB8093DC}"/>
              </a:ext>
            </a:extLst>
          </p:cNvPr>
          <p:cNvSpPr txBox="1"/>
          <p:nvPr/>
        </p:nvSpPr>
        <p:spPr>
          <a:xfrm>
            <a:off x="3638564" y="1351401"/>
            <a:ext cx="165752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backend</a:t>
            </a:r>
            <a:r>
              <a:rPr lang="en-US" dirty="0"/>
              <a:t> </a:t>
            </a:r>
            <a:r>
              <a:rPr lang="en-US" dirty="0">
                <a:solidFill>
                  <a:srgbClr val="0000EE"/>
                </a:solidFill>
              </a:rPr>
              <a:t>:8000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3F0F6E1F-1C79-C899-3E44-16B8A4F4905B}"/>
              </a:ext>
            </a:extLst>
          </p:cNvPr>
          <p:cNvCxnSpPr>
            <a:cxnSpLocks/>
            <a:stCxn id="581" idx="1"/>
            <a:endCxn id="14" idx="3"/>
          </p:cNvCxnSpPr>
          <p:nvPr/>
        </p:nvCxnSpPr>
        <p:spPr>
          <a:xfrm flipH="1">
            <a:off x="5408472" y="4071926"/>
            <a:ext cx="1127944" cy="1"/>
          </a:xfrm>
          <a:prstGeom prst="straightConnector1">
            <a:avLst/>
          </a:prstGeom>
          <a:ln w="19050">
            <a:prstDash val="solid"/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0D39A2A2-8CE7-3C28-1E73-CBE2C0968EA2}"/>
              </a:ext>
            </a:extLst>
          </p:cNvPr>
          <p:cNvCxnSpPr>
            <a:cxnSpLocks/>
            <a:stCxn id="23" idx="3"/>
            <a:endCxn id="18" idx="1"/>
          </p:cNvCxnSpPr>
          <p:nvPr/>
        </p:nvCxnSpPr>
        <p:spPr>
          <a:xfrm>
            <a:off x="2224112" y="2616221"/>
            <a:ext cx="1388901" cy="1385"/>
          </a:xfrm>
          <a:prstGeom prst="straightConnector1">
            <a:avLst/>
          </a:prstGeom>
          <a:ln w="19050">
            <a:prstDash val="solid"/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pic>
        <p:nvPicPr>
          <p:cNvPr id="9" name="Picture 8">
            <a:extLst>
              <a:ext uri="{FF2B5EF4-FFF2-40B4-BE49-F238E27FC236}">
                <a16:creationId xmlns:a16="http://schemas.microsoft.com/office/drawing/2014/main" id="{AFE0CC99-FBB4-00E3-CB59-2C5B36CFAC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71379" y="2751773"/>
            <a:ext cx="333670" cy="36169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58D8B95-8869-5497-249B-D24279E7D18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09530" y="2786967"/>
            <a:ext cx="329030" cy="32903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3450A45C-3208-78B9-967B-BCC33938943D}"/>
              </a:ext>
            </a:extLst>
          </p:cNvPr>
          <p:cNvSpPr txBox="1"/>
          <p:nvPr/>
        </p:nvSpPr>
        <p:spPr>
          <a:xfrm>
            <a:off x="3613013" y="2463717"/>
            <a:ext cx="17220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 err="1">
                <a:solidFill>
                  <a:srgbClr val="262626"/>
                </a:solidFill>
              </a:rPr>
              <a:t>prometheus</a:t>
            </a:r>
            <a:r>
              <a:rPr lang="en-US" dirty="0"/>
              <a:t> </a:t>
            </a:r>
            <a:r>
              <a:rPr lang="en-US" dirty="0">
                <a:solidFill>
                  <a:srgbClr val="0000EE"/>
                </a:solidFill>
              </a:rPr>
              <a:t>:9090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342E218-7ABB-C458-7336-60CA5068A45B}"/>
              </a:ext>
            </a:extLst>
          </p:cNvPr>
          <p:cNvSpPr txBox="1"/>
          <p:nvPr/>
        </p:nvSpPr>
        <p:spPr>
          <a:xfrm>
            <a:off x="851790" y="2462332"/>
            <a:ext cx="13723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 err="1">
                <a:solidFill>
                  <a:srgbClr val="262626"/>
                </a:solidFill>
              </a:rPr>
              <a:t>grafana</a:t>
            </a:r>
            <a:r>
              <a:rPr lang="en-US" dirty="0"/>
              <a:t> </a:t>
            </a:r>
            <a:r>
              <a:rPr lang="en-US" dirty="0">
                <a:solidFill>
                  <a:srgbClr val="0000EE"/>
                </a:solidFill>
              </a:rPr>
              <a:t>:3000</a:t>
            </a:r>
          </a:p>
        </p:txBody>
      </p:sp>
      <p:cxnSp>
        <p:nvCxnSpPr>
          <p:cNvPr id="580" name="Straight Arrow Connector 579">
            <a:extLst>
              <a:ext uri="{FF2B5EF4-FFF2-40B4-BE49-F238E27FC236}">
                <a16:creationId xmlns:a16="http://schemas.microsoft.com/office/drawing/2014/main" id="{E1905950-D315-140C-131A-88DEF5687B08}"/>
              </a:ext>
            </a:extLst>
          </p:cNvPr>
          <p:cNvCxnSpPr>
            <a:cxnSpLocks/>
            <a:stCxn id="18" idx="0"/>
            <a:endCxn id="52" idx="2"/>
          </p:cNvCxnSpPr>
          <p:nvPr/>
        </p:nvCxnSpPr>
        <p:spPr>
          <a:xfrm flipH="1" flipV="1">
            <a:off x="4467327" y="1659178"/>
            <a:ext cx="6718" cy="804539"/>
          </a:xfrm>
          <a:prstGeom prst="straightConnector1">
            <a:avLst/>
          </a:prstGeom>
          <a:ln w="19050">
            <a:prstDash val="dash"/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591" name="TextBox 590">
            <a:extLst>
              <a:ext uri="{FF2B5EF4-FFF2-40B4-BE49-F238E27FC236}">
                <a16:creationId xmlns:a16="http://schemas.microsoft.com/office/drawing/2014/main" id="{81B57F9E-5249-3F65-F037-5C82320F6BBE}"/>
              </a:ext>
            </a:extLst>
          </p:cNvPr>
          <p:cNvSpPr txBox="1"/>
          <p:nvPr/>
        </p:nvSpPr>
        <p:spPr>
          <a:xfrm>
            <a:off x="4440999" y="1904480"/>
            <a:ext cx="79098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scrape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F03BB34-0766-BB5A-C46A-D800D40BE56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62087" y="4311189"/>
            <a:ext cx="210480" cy="21048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750749A3-6888-0CB6-1756-AE886F5D2494}"/>
              </a:ext>
            </a:extLst>
          </p:cNvPr>
          <p:cNvSpPr txBox="1"/>
          <p:nvPr/>
        </p:nvSpPr>
        <p:spPr>
          <a:xfrm>
            <a:off x="3539618" y="3918038"/>
            <a:ext cx="186885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 err="1">
                <a:solidFill>
                  <a:srgbClr val="262626"/>
                </a:solidFill>
              </a:rPr>
              <a:t>pushgateway</a:t>
            </a:r>
            <a:r>
              <a:rPr lang="en-US" b="1" dirty="0">
                <a:solidFill>
                  <a:srgbClr val="262626"/>
                </a:solidFill>
              </a:rPr>
              <a:t> </a:t>
            </a:r>
            <a:r>
              <a:rPr lang="en-US" dirty="0">
                <a:solidFill>
                  <a:srgbClr val="0000EE"/>
                </a:solidFill>
              </a:rPr>
              <a:t>:9091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ADA50C08-7B82-E70F-85BB-882789E21DA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09093" y="2845750"/>
            <a:ext cx="208694" cy="208694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4449022C-0587-DE76-015E-ABE806BAB5CE}"/>
              </a:ext>
            </a:extLst>
          </p:cNvPr>
          <p:cNvSpPr txBox="1"/>
          <p:nvPr/>
        </p:nvSpPr>
        <p:spPr>
          <a:xfrm>
            <a:off x="5978879" y="2462332"/>
            <a:ext cx="187062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 err="1">
                <a:solidFill>
                  <a:srgbClr val="262626"/>
                </a:solidFill>
              </a:rPr>
              <a:t>alertmanager</a:t>
            </a:r>
            <a:r>
              <a:rPr lang="en-US" b="1" dirty="0">
                <a:solidFill>
                  <a:srgbClr val="262626"/>
                </a:solidFill>
              </a:rPr>
              <a:t> </a:t>
            </a:r>
            <a:r>
              <a:rPr lang="en-US" dirty="0">
                <a:solidFill>
                  <a:srgbClr val="0000EE"/>
                </a:solidFill>
              </a:rPr>
              <a:t>:9093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16AE44C0-DC0E-4CE8-43F0-D877C05D84A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98260" y="874272"/>
            <a:ext cx="538134" cy="99304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4F143B77-256C-687D-43EE-E04999FECC6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39766" y="1034586"/>
            <a:ext cx="455123" cy="336009"/>
          </a:xfrm>
          <a:prstGeom prst="rect">
            <a:avLst/>
          </a:prstGeom>
        </p:spPr>
      </p:pic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D434235F-2EB5-8C95-CEB3-595C00763BA6}"/>
              </a:ext>
            </a:extLst>
          </p:cNvPr>
          <p:cNvCxnSpPr>
            <a:cxnSpLocks/>
            <a:endCxn id="14" idx="0"/>
          </p:cNvCxnSpPr>
          <p:nvPr/>
        </p:nvCxnSpPr>
        <p:spPr>
          <a:xfrm>
            <a:off x="4474045" y="3192894"/>
            <a:ext cx="0" cy="725144"/>
          </a:xfrm>
          <a:prstGeom prst="straightConnector1">
            <a:avLst/>
          </a:prstGeom>
          <a:ln w="19050">
            <a:prstDash val="dash"/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5D520FAE-5827-8165-9CB3-D90AFA1CB165}"/>
              </a:ext>
            </a:extLst>
          </p:cNvPr>
          <p:cNvSpPr txBox="1"/>
          <p:nvPr/>
        </p:nvSpPr>
        <p:spPr>
          <a:xfrm>
            <a:off x="4440999" y="3427633"/>
            <a:ext cx="79098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scrape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82F2ECC-9AE3-BAE2-99AB-EE673C1C414B}"/>
              </a:ext>
            </a:extLst>
          </p:cNvPr>
          <p:cNvSpPr txBox="1"/>
          <p:nvPr/>
        </p:nvSpPr>
        <p:spPr>
          <a:xfrm>
            <a:off x="5576952" y="3794927"/>
            <a:ext cx="79098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push</a:t>
            </a:r>
          </a:p>
        </p:txBody>
      </p: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99DA73CB-5265-1EB0-7EC7-7BED2A269803}"/>
              </a:ext>
            </a:extLst>
          </p:cNvPr>
          <p:cNvCxnSpPr>
            <a:cxnSpLocks/>
            <a:stCxn id="18" idx="3"/>
            <a:endCxn id="20" idx="1"/>
          </p:cNvCxnSpPr>
          <p:nvPr/>
        </p:nvCxnSpPr>
        <p:spPr>
          <a:xfrm flipV="1">
            <a:off x="5335077" y="2616221"/>
            <a:ext cx="643802" cy="1385"/>
          </a:xfrm>
          <a:prstGeom prst="straightConnector1">
            <a:avLst/>
          </a:prstGeom>
          <a:ln w="19050">
            <a:prstDash val="solid"/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F2324F5F-0858-12F5-BBCB-12B6DE9B48BF}"/>
              </a:ext>
            </a:extLst>
          </p:cNvPr>
          <p:cNvSpPr txBox="1"/>
          <p:nvPr/>
        </p:nvSpPr>
        <p:spPr>
          <a:xfrm>
            <a:off x="5232405" y="2332415"/>
            <a:ext cx="79098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alerts</a:t>
            </a:r>
          </a:p>
        </p:txBody>
      </p:sp>
      <p:grpSp>
        <p:nvGrpSpPr>
          <p:cNvPr id="579" name="Group 578">
            <a:extLst>
              <a:ext uri="{FF2B5EF4-FFF2-40B4-BE49-F238E27FC236}">
                <a16:creationId xmlns:a16="http://schemas.microsoft.com/office/drawing/2014/main" id="{CB043595-B58D-58AA-BB7C-E696BEFEDDFA}"/>
              </a:ext>
            </a:extLst>
          </p:cNvPr>
          <p:cNvGrpSpPr/>
          <p:nvPr/>
        </p:nvGrpSpPr>
        <p:grpSpPr>
          <a:xfrm>
            <a:off x="6536416" y="3909823"/>
            <a:ext cx="754048" cy="324206"/>
            <a:chOff x="4084589" y="2171346"/>
            <a:chExt cx="974820" cy="423153"/>
          </a:xfrm>
          <a:solidFill>
            <a:schemeClr val="bg2">
              <a:lumMod val="50000"/>
              <a:lumOff val="50000"/>
            </a:schemeClr>
          </a:solidFill>
        </p:grpSpPr>
        <p:sp>
          <p:nvSpPr>
            <p:cNvPr id="581" name="Rectangle 580">
              <a:extLst>
                <a:ext uri="{FF2B5EF4-FFF2-40B4-BE49-F238E27FC236}">
                  <a16:creationId xmlns:a16="http://schemas.microsoft.com/office/drawing/2014/main" id="{E39F9BE9-E058-03D7-69CD-5E75550AE287}"/>
                </a:ext>
              </a:extLst>
            </p:cNvPr>
            <p:cNvSpPr/>
            <p:nvPr/>
          </p:nvSpPr>
          <p:spPr>
            <a:xfrm>
              <a:off x="4084589" y="2171346"/>
              <a:ext cx="974820" cy="42315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n-US" sz="1200" dirty="0"/>
                <a:t>ETL</a:t>
              </a:r>
            </a:p>
          </p:txBody>
        </p:sp>
        <p:pic>
          <p:nvPicPr>
            <p:cNvPr id="582" name="Picture 581" descr="Python (programming language) - Wikipedia">
              <a:extLst>
                <a:ext uri="{FF2B5EF4-FFF2-40B4-BE49-F238E27FC236}">
                  <a16:creationId xmlns:a16="http://schemas.microsoft.com/office/drawing/2014/main" id="{7C1135C2-5EA6-75C2-72CA-51F7F8FE732B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4171699" y="2204198"/>
              <a:ext cx="357449" cy="357449"/>
            </a:xfrm>
            <a:prstGeom prst="rect">
              <a:avLst/>
            </a:prstGeom>
            <a:grpFill/>
            <a:ln>
              <a:noFill/>
            </a:ln>
          </p:spPr>
        </p:pic>
      </p:grpSp>
      <p:sp>
        <p:nvSpPr>
          <p:cNvPr id="592" name="TextBox 591">
            <a:extLst>
              <a:ext uri="{FF2B5EF4-FFF2-40B4-BE49-F238E27FC236}">
                <a16:creationId xmlns:a16="http://schemas.microsoft.com/office/drawing/2014/main" id="{6F1FF3A5-25ED-0909-E98D-0D2F2BEB54A9}"/>
              </a:ext>
            </a:extLst>
          </p:cNvPr>
          <p:cNvSpPr txBox="1"/>
          <p:nvPr/>
        </p:nvSpPr>
        <p:spPr>
          <a:xfrm>
            <a:off x="2523071" y="2341186"/>
            <a:ext cx="79098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query</a:t>
            </a:r>
          </a:p>
        </p:txBody>
      </p:sp>
      <p:pic>
        <p:nvPicPr>
          <p:cNvPr id="594" name="Picture 593">
            <a:extLst>
              <a:ext uri="{FF2B5EF4-FFF2-40B4-BE49-F238E27FC236}">
                <a16:creationId xmlns:a16="http://schemas.microsoft.com/office/drawing/2014/main" id="{5CC4CAC5-50AD-9D10-1DB2-F9B7919C1642}"/>
              </a:ext>
            </a:extLst>
          </p:cNvPr>
          <p:cNvPicPr>
            <a:picLocks noChangeAspect="1"/>
          </p:cNvPicPr>
          <p:nvPr/>
        </p:nvPicPr>
        <p:blipFill>
          <a:blip r:embed="rId9">
            <a:alphaModFix amt="50000"/>
          </a:blip>
          <a:stretch>
            <a:fillRect/>
          </a:stretch>
        </p:blipFill>
        <p:spPr>
          <a:xfrm>
            <a:off x="6551484" y="1640945"/>
            <a:ext cx="697149" cy="178372"/>
          </a:xfrm>
          <a:prstGeom prst="rect">
            <a:avLst/>
          </a:prstGeom>
        </p:spPr>
      </p:pic>
      <p:cxnSp>
        <p:nvCxnSpPr>
          <p:cNvPr id="595" name="Straight Arrow Connector 594">
            <a:extLst>
              <a:ext uri="{FF2B5EF4-FFF2-40B4-BE49-F238E27FC236}">
                <a16:creationId xmlns:a16="http://schemas.microsoft.com/office/drawing/2014/main" id="{A24BFB29-B4BB-15A7-F1B9-783BDAFF5EB3}"/>
              </a:ext>
            </a:extLst>
          </p:cNvPr>
          <p:cNvCxnSpPr>
            <a:cxnSpLocks/>
            <a:stCxn id="20" idx="0"/>
          </p:cNvCxnSpPr>
          <p:nvPr/>
        </p:nvCxnSpPr>
        <p:spPr>
          <a:xfrm flipV="1">
            <a:off x="6914189" y="1908884"/>
            <a:ext cx="0" cy="553448"/>
          </a:xfrm>
          <a:prstGeom prst="straightConnector1">
            <a:avLst/>
          </a:prstGeom>
          <a:ln w="19050">
            <a:solidFill>
              <a:schemeClr val="accent5">
                <a:shade val="95000"/>
                <a:satMod val="105000"/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599" name="TextBox 598">
            <a:extLst>
              <a:ext uri="{FF2B5EF4-FFF2-40B4-BE49-F238E27FC236}">
                <a16:creationId xmlns:a16="http://schemas.microsoft.com/office/drawing/2014/main" id="{550295F5-9D8E-FE76-C1EE-4A15C55C2955}"/>
              </a:ext>
            </a:extLst>
          </p:cNvPr>
          <p:cNvSpPr txBox="1"/>
          <p:nvPr/>
        </p:nvSpPr>
        <p:spPr>
          <a:xfrm>
            <a:off x="6767842" y="2055416"/>
            <a:ext cx="79098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tx1">
                    <a:lumMod val="75000"/>
                    <a:lumOff val="25000"/>
                    <a:alpha val="50000"/>
                  </a:schemeClr>
                </a:solidFill>
              </a:rPr>
              <a:t>notify</a:t>
            </a:r>
          </a:p>
        </p:txBody>
      </p:sp>
      <p:grpSp>
        <p:nvGrpSpPr>
          <p:cNvPr id="637" name="Group 636">
            <a:extLst>
              <a:ext uri="{FF2B5EF4-FFF2-40B4-BE49-F238E27FC236}">
                <a16:creationId xmlns:a16="http://schemas.microsoft.com/office/drawing/2014/main" id="{A8AB6CFD-0D7B-C20F-648C-0FC26FA29E7E}"/>
              </a:ext>
            </a:extLst>
          </p:cNvPr>
          <p:cNvGrpSpPr/>
          <p:nvPr/>
        </p:nvGrpSpPr>
        <p:grpSpPr>
          <a:xfrm>
            <a:off x="4038297" y="1923151"/>
            <a:ext cx="429030" cy="266298"/>
            <a:chOff x="5836602" y="3526478"/>
            <a:chExt cx="429030" cy="266298"/>
          </a:xfrm>
        </p:grpSpPr>
        <p:pic>
          <p:nvPicPr>
            <p:cNvPr id="638" name="Picture 637">
              <a:extLst>
                <a:ext uri="{FF2B5EF4-FFF2-40B4-BE49-F238E27FC236}">
                  <a16:creationId xmlns:a16="http://schemas.microsoft.com/office/drawing/2014/main" id="{C4AFF481-565D-FA7B-463F-0A1E4E82D0BA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5909286" y="3526478"/>
              <a:ext cx="266298" cy="266298"/>
            </a:xfrm>
            <a:prstGeom prst="rect">
              <a:avLst/>
            </a:prstGeom>
          </p:spPr>
        </p:pic>
        <p:sp>
          <p:nvSpPr>
            <p:cNvPr id="639" name="TextBox 638">
              <a:extLst>
                <a:ext uri="{FF2B5EF4-FFF2-40B4-BE49-F238E27FC236}">
                  <a16:creationId xmlns:a16="http://schemas.microsoft.com/office/drawing/2014/main" id="{786F5BB7-182B-3545-18C2-4224F3718DC5}"/>
                </a:ext>
              </a:extLst>
            </p:cNvPr>
            <p:cNvSpPr txBox="1"/>
            <p:nvPr/>
          </p:nvSpPr>
          <p:spPr>
            <a:xfrm>
              <a:off x="5836602" y="3570582"/>
              <a:ext cx="429030" cy="18466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600" b="1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15 s</a:t>
              </a:r>
            </a:p>
          </p:txBody>
        </p:sp>
      </p:grpSp>
      <p:grpSp>
        <p:nvGrpSpPr>
          <p:cNvPr id="642" name="Group 641">
            <a:extLst>
              <a:ext uri="{FF2B5EF4-FFF2-40B4-BE49-F238E27FC236}">
                <a16:creationId xmlns:a16="http://schemas.microsoft.com/office/drawing/2014/main" id="{1BEE0611-A2BE-4650-73D3-1BC25D19880C}"/>
              </a:ext>
            </a:extLst>
          </p:cNvPr>
          <p:cNvGrpSpPr/>
          <p:nvPr/>
        </p:nvGrpSpPr>
        <p:grpSpPr>
          <a:xfrm>
            <a:off x="4024304" y="3444342"/>
            <a:ext cx="429030" cy="266298"/>
            <a:chOff x="5836602" y="3526478"/>
            <a:chExt cx="429030" cy="266298"/>
          </a:xfrm>
        </p:grpSpPr>
        <p:pic>
          <p:nvPicPr>
            <p:cNvPr id="643" name="Picture 642">
              <a:extLst>
                <a:ext uri="{FF2B5EF4-FFF2-40B4-BE49-F238E27FC236}">
                  <a16:creationId xmlns:a16="http://schemas.microsoft.com/office/drawing/2014/main" id="{8EF3ED6F-C831-AE11-4788-DE3CD631028F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5909286" y="3526478"/>
              <a:ext cx="266298" cy="266298"/>
            </a:xfrm>
            <a:prstGeom prst="rect">
              <a:avLst/>
            </a:prstGeom>
          </p:spPr>
        </p:pic>
        <p:sp>
          <p:nvSpPr>
            <p:cNvPr id="644" name="TextBox 643">
              <a:extLst>
                <a:ext uri="{FF2B5EF4-FFF2-40B4-BE49-F238E27FC236}">
                  <a16:creationId xmlns:a16="http://schemas.microsoft.com/office/drawing/2014/main" id="{4F7C82B6-5884-95DE-B7FA-E5594D81B03B}"/>
                </a:ext>
              </a:extLst>
            </p:cNvPr>
            <p:cNvSpPr txBox="1"/>
            <p:nvPr/>
          </p:nvSpPr>
          <p:spPr>
            <a:xfrm>
              <a:off x="5836602" y="3570582"/>
              <a:ext cx="429030" cy="18466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600" b="1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15 s</a:t>
              </a:r>
            </a:p>
          </p:txBody>
        </p:sp>
      </p:grpSp>
      <p:grpSp>
        <p:nvGrpSpPr>
          <p:cNvPr id="645" name="Group 644">
            <a:extLst>
              <a:ext uri="{FF2B5EF4-FFF2-40B4-BE49-F238E27FC236}">
                <a16:creationId xmlns:a16="http://schemas.microsoft.com/office/drawing/2014/main" id="{28CB518E-F23A-59F9-1BD8-B06BF2C2A87F}"/>
              </a:ext>
            </a:extLst>
          </p:cNvPr>
          <p:cNvGrpSpPr/>
          <p:nvPr/>
        </p:nvGrpSpPr>
        <p:grpSpPr>
          <a:xfrm>
            <a:off x="5447402" y="2666321"/>
            <a:ext cx="429030" cy="266298"/>
            <a:chOff x="5837250" y="3526478"/>
            <a:chExt cx="429030" cy="266298"/>
          </a:xfrm>
        </p:grpSpPr>
        <p:pic>
          <p:nvPicPr>
            <p:cNvPr id="647" name="Picture 646">
              <a:extLst>
                <a:ext uri="{FF2B5EF4-FFF2-40B4-BE49-F238E27FC236}">
                  <a16:creationId xmlns:a16="http://schemas.microsoft.com/office/drawing/2014/main" id="{6B2342F8-E6CA-01AA-38AA-CB8D13D9BC20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5909286" y="3526478"/>
              <a:ext cx="266298" cy="266298"/>
            </a:xfrm>
            <a:prstGeom prst="rect">
              <a:avLst/>
            </a:prstGeom>
          </p:spPr>
        </p:pic>
        <p:sp>
          <p:nvSpPr>
            <p:cNvPr id="648" name="TextBox 647">
              <a:extLst>
                <a:ext uri="{FF2B5EF4-FFF2-40B4-BE49-F238E27FC236}">
                  <a16:creationId xmlns:a16="http://schemas.microsoft.com/office/drawing/2014/main" id="{C89E22B0-E42B-59EF-1913-BEEA2F47EECB}"/>
                </a:ext>
              </a:extLst>
            </p:cNvPr>
            <p:cNvSpPr txBox="1"/>
            <p:nvPr/>
          </p:nvSpPr>
          <p:spPr>
            <a:xfrm>
              <a:off x="5837250" y="3539585"/>
              <a:ext cx="42903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500" b="1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ETL</a:t>
              </a:r>
              <a:br>
                <a:rPr lang="en-US" sz="500" b="1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</a:br>
              <a:r>
                <a:rPr lang="en-US" sz="500" b="1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&gt;26 h</a:t>
              </a:r>
            </a:p>
          </p:txBody>
        </p:sp>
      </p:grpSp>
      <p:sp>
        <p:nvSpPr>
          <p:cNvPr id="649" name="Rectangle 648">
            <a:extLst>
              <a:ext uri="{FF2B5EF4-FFF2-40B4-BE49-F238E27FC236}">
                <a16:creationId xmlns:a16="http://schemas.microsoft.com/office/drawing/2014/main" id="{1332BD09-E8E1-3666-B811-349B98DA9565}"/>
              </a:ext>
            </a:extLst>
          </p:cNvPr>
          <p:cNvSpPr/>
          <p:nvPr/>
        </p:nvSpPr>
        <p:spPr>
          <a:xfrm>
            <a:off x="2348086" y="2923061"/>
            <a:ext cx="1146624" cy="456543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Time Since Last Successful ETL</a:t>
            </a:r>
          </a:p>
        </p:txBody>
      </p:sp>
      <p:sp>
        <p:nvSpPr>
          <p:cNvPr id="651" name="Rectangle 650">
            <a:extLst>
              <a:ext uri="{FF2B5EF4-FFF2-40B4-BE49-F238E27FC236}">
                <a16:creationId xmlns:a16="http://schemas.microsoft.com/office/drawing/2014/main" id="{8CAA198F-3520-49A7-5C28-3B3FC81744D2}"/>
              </a:ext>
            </a:extLst>
          </p:cNvPr>
          <p:cNvSpPr/>
          <p:nvPr/>
        </p:nvSpPr>
        <p:spPr>
          <a:xfrm>
            <a:off x="2348086" y="3394532"/>
            <a:ext cx="1146624" cy="456543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Last ETL Duration</a:t>
            </a:r>
          </a:p>
        </p:txBody>
      </p:sp>
      <p:sp>
        <p:nvSpPr>
          <p:cNvPr id="653" name="Rectangle 652">
            <a:extLst>
              <a:ext uri="{FF2B5EF4-FFF2-40B4-BE49-F238E27FC236}">
                <a16:creationId xmlns:a16="http://schemas.microsoft.com/office/drawing/2014/main" id="{32F40984-0A08-B9E5-13BE-3CD960D26F0A}"/>
              </a:ext>
            </a:extLst>
          </p:cNvPr>
          <p:cNvSpPr/>
          <p:nvPr/>
        </p:nvSpPr>
        <p:spPr>
          <a:xfrm>
            <a:off x="2348086" y="3869309"/>
            <a:ext cx="1146624" cy="456543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Geocoding Failures</a:t>
            </a:r>
          </a:p>
        </p:txBody>
      </p:sp>
      <p:sp>
        <p:nvSpPr>
          <p:cNvPr id="655" name="Rectangle 654">
            <a:extLst>
              <a:ext uri="{FF2B5EF4-FFF2-40B4-BE49-F238E27FC236}">
                <a16:creationId xmlns:a16="http://schemas.microsoft.com/office/drawing/2014/main" id="{21D270ED-EDB8-55E8-EA44-A22CBDFCD29B}"/>
              </a:ext>
            </a:extLst>
          </p:cNvPr>
          <p:cNvSpPr/>
          <p:nvPr/>
        </p:nvSpPr>
        <p:spPr>
          <a:xfrm>
            <a:off x="2397466" y="840657"/>
            <a:ext cx="1146624" cy="456543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Job Search Requests</a:t>
            </a:r>
          </a:p>
        </p:txBody>
      </p:sp>
      <p:sp>
        <p:nvSpPr>
          <p:cNvPr id="657" name="Rectangle 656">
            <a:extLst>
              <a:ext uri="{FF2B5EF4-FFF2-40B4-BE49-F238E27FC236}">
                <a16:creationId xmlns:a16="http://schemas.microsoft.com/office/drawing/2014/main" id="{D7F02F9D-54BE-C679-CAC0-B6FABCF94A80}"/>
              </a:ext>
            </a:extLst>
          </p:cNvPr>
          <p:cNvSpPr/>
          <p:nvPr/>
        </p:nvSpPr>
        <p:spPr>
          <a:xfrm>
            <a:off x="2397466" y="1315434"/>
            <a:ext cx="1146624" cy="456543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Job Search Duration (p95)</a:t>
            </a:r>
          </a:p>
        </p:txBody>
      </p:sp>
      <p:sp>
        <p:nvSpPr>
          <p:cNvPr id="659" name="Rectangle 658">
            <a:extLst>
              <a:ext uri="{FF2B5EF4-FFF2-40B4-BE49-F238E27FC236}">
                <a16:creationId xmlns:a16="http://schemas.microsoft.com/office/drawing/2014/main" id="{1C02109E-EDF0-BC2C-9FF4-90052E0D4356}"/>
              </a:ext>
            </a:extLst>
          </p:cNvPr>
          <p:cNvSpPr/>
          <p:nvPr/>
        </p:nvSpPr>
        <p:spPr>
          <a:xfrm>
            <a:off x="2397466" y="1790211"/>
            <a:ext cx="1146624" cy="456543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Active Database Connections</a:t>
            </a:r>
          </a:p>
        </p:txBody>
      </p:sp>
    </p:spTree>
    <p:extLst>
      <p:ext uri="{BB962C8B-B14F-4D97-AF65-F5344CB8AC3E}">
        <p14:creationId xmlns:p14="http://schemas.microsoft.com/office/powerpoint/2010/main" val="657680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2">
          <a:extLst>
            <a:ext uri="{FF2B5EF4-FFF2-40B4-BE49-F238E27FC236}">
              <a16:creationId xmlns:a16="http://schemas.microsoft.com/office/drawing/2014/main" id="{481022DB-5551-B743-1147-B8B7982DAE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Google Shape;633;p91">
            <a:extLst>
              <a:ext uri="{FF2B5EF4-FFF2-40B4-BE49-F238E27FC236}">
                <a16:creationId xmlns:a16="http://schemas.microsoft.com/office/drawing/2014/main" id="{99F6F1C5-4FCA-226F-B7D5-DE7394DD994E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549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>
                <a:latin typeface="Work Sans"/>
                <a:ea typeface="Work Sans"/>
                <a:cs typeface="Work Sans"/>
                <a:sym typeface="Work Sans"/>
              </a:rPr>
              <a:t>What Can We Learn from the Data?</a:t>
            </a:r>
            <a:endParaRPr sz="1500" dirty="0">
              <a:solidFill>
                <a:schemeClr val="dk2"/>
              </a:solidFill>
            </a:endParaRPr>
          </a:p>
        </p:txBody>
      </p:sp>
      <p:pic>
        <p:nvPicPr>
          <p:cNvPr id="640" name="Google Shape;640;p91" title="Fichier 20.png">
            <a:extLst>
              <a:ext uri="{FF2B5EF4-FFF2-40B4-BE49-F238E27FC236}">
                <a16:creationId xmlns:a16="http://schemas.microsoft.com/office/drawing/2014/main" id="{1EED32FD-EBBC-715E-5801-7AE9E2CA02C3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2">
            <a:off x="7792129" y="-860609"/>
            <a:ext cx="4282176" cy="2117219"/>
          </a:xfrm>
          <a:prstGeom prst="rect">
            <a:avLst/>
          </a:prstGeom>
          <a:noFill/>
          <a:ln>
            <a:noFill/>
          </a:ln>
        </p:spPr>
      </p:pic>
      <p:pic>
        <p:nvPicPr>
          <p:cNvPr id="641" name="Google Shape;641;p91" title="Fichier 20.png">
            <a:extLst>
              <a:ext uri="{FF2B5EF4-FFF2-40B4-BE49-F238E27FC236}">
                <a16:creationId xmlns:a16="http://schemas.microsoft.com/office/drawing/2014/main" id="{1C175177-E5F8-8040-8FEA-BD04CA40EE4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r="55255"/>
          <a:stretch/>
        </p:blipFill>
        <p:spPr>
          <a:xfrm rot="5400000">
            <a:off x="7892662" y="3745888"/>
            <a:ext cx="1916151" cy="2117225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02277691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2">
          <a:extLst>
            <a:ext uri="{FF2B5EF4-FFF2-40B4-BE49-F238E27FC236}">
              <a16:creationId xmlns:a16="http://schemas.microsoft.com/office/drawing/2014/main" id="{98386343-0DE9-111B-DFC1-410BD6ADE1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Google Shape;633;p91">
            <a:extLst>
              <a:ext uri="{FF2B5EF4-FFF2-40B4-BE49-F238E27FC236}">
                <a16:creationId xmlns:a16="http://schemas.microsoft.com/office/drawing/2014/main" id="{7C1EE998-61FE-B24F-B9CD-28C6666AC87E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549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>
                <a:latin typeface="Work Sans"/>
                <a:ea typeface="Work Sans"/>
                <a:cs typeface="Work Sans"/>
                <a:sym typeface="Work Sans"/>
              </a:rPr>
              <a:t>Limitations &amp; Next Steps</a:t>
            </a:r>
            <a:endParaRPr sz="1500" dirty="0">
              <a:solidFill>
                <a:schemeClr val="dk2"/>
              </a:solidFill>
            </a:endParaRPr>
          </a:p>
        </p:txBody>
      </p:sp>
      <p:pic>
        <p:nvPicPr>
          <p:cNvPr id="640" name="Google Shape;640;p91" title="Fichier 20.png">
            <a:extLst>
              <a:ext uri="{FF2B5EF4-FFF2-40B4-BE49-F238E27FC236}">
                <a16:creationId xmlns:a16="http://schemas.microsoft.com/office/drawing/2014/main" id="{FC55D9A6-B629-76BB-9517-C0F42D6F1543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2">
            <a:off x="7792129" y="-860609"/>
            <a:ext cx="4282176" cy="2117219"/>
          </a:xfrm>
          <a:prstGeom prst="rect">
            <a:avLst/>
          </a:prstGeom>
          <a:noFill/>
          <a:ln>
            <a:noFill/>
          </a:ln>
        </p:spPr>
      </p:pic>
      <p:pic>
        <p:nvPicPr>
          <p:cNvPr id="641" name="Google Shape;641;p91" title="Fichier 20.png">
            <a:extLst>
              <a:ext uri="{FF2B5EF4-FFF2-40B4-BE49-F238E27FC236}">
                <a16:creationId xmlns:a16="http://schemas.microsoft.com/office/drawing/2014/main" id="{579BE5E8-3A2C-331C-6D2F-8D9BFAE65D93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r="55255"/>
          <a:stretch/>
        </p:blipFill>
        <p:spPr>
          <a:xfrm rot="5400000">
            <a:off x="7892662" y="3745888"/>
            <a:ext cx="1916151" cy="2117225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70890907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2">
          <a:extLst>
            <a:ext uri="{FF2B5EF4-FFF2-40B4-BE49-F238E27FC236}">
              <a16:creationId xmlns:a16="http://schemas.microsoft.com/office/drawing/2014/main" id="{9FA05459-0F1A-A82B-C0F8-9B37C834C2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Google Shape;633;p91">
            <a:extLst>
              <a:ext uri="{FF2B5EF4-FFF2-40B4-BE49-F238E27FC236}">
                <a16:creationId xmlns:a16="http://schemas.microsoft.com/office/drawing/2014/main" id="{844DB651-2CB8-750C-B4AA-C704C262FDDC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549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>
                <a:latin typeface="Work Sans"/>
                <a:ea typeface="Work Sans"/>
                <a:cs typeface="Work Sans"/>
                <a:sym typeface="Work Sans"/>
              </a:rPr>
              <a:t>Conclusion / Demo</a:t>
            </a:r>
            <a:endParaRPr lang="en-US" sz="1500" dirty="0">
              <a:solidFill>
                <a:schemeClr val="dk2"/>
              </a:solidFill>
            </a:endParaRPr>
          </a:p>
        </p:txBody>
      </p:sp>
      <p:pic>
        <p:nvPicPr>
          <p:cNvPr id="640" name="Google Shape;640;p91" title="Fichier 20.png">
            <a:extLst>
              <a:ext uri="{FF2B5EF4-FFF2-40B4-BE49-F238E27FC236}">
                <a16:creationId xmlns:a16="http://schemas.microsoft.com/office/drawing/2014/main" id="{57DE8AEB-3003-3C23-2B0C-838967B052B6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2">
            <a:off x="7792129" y="-860609"/>
            <a:ext cx="4282176" cy="2117219"/>
          </a:xfrm>
          <a:prstGeom prst="rect">
            <a:avLst/>
          </a:prstGeom>
          <a:noFill/>
          <a:ln>
            <a:noFill/>
          </a:ln>
        </p:spPr>
      </p:pic>
      <p:pic>
        <p:nvPicPr>
          <p:cNvPr id="641" name="Google Shape;641;p91" title="Fichier 20.png">
            <a:extLst>
              <a:ext uri="{FF2B5EF4-FFF2-40B4-BE49-F238E27FC236}">
                <a16:creationId xmlns:a16="http://schemas.microsoft.com/office/drawing/2014/main" id="{C0AA07C5-4B8A-C864-7C1B-7D39D92C2C43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r="55255"/>
          <a:stretch/>
        </p:blipFill>
        <p:spPr>
          <a:xfrm rot="5400000">
            <a:off x="7892662" y="3745888"/>
            <a:ext cx="1916151" cy="2117225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0833079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7E1"/>
        </a:solidFill>
        <a:effectLst/>
      </p:bgPr>
    </p:bg>
    <p:spTree>
      <p:nvGrpSpPr>
        <p:cNvPr id="1" name="Shape 7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3" name="Google Shape;793;p107"/>
          <p:cNvPicPr preferRelativeResize="0"/>
          <p:nvPr/>
        </p:nvPicPr>
        <p:blipFill rotWithShape="1">
          <a:blip r:embed="rId3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pic>
        <p:nvPicPr>
          <p:cNvPr id="794" name="Google Shape;794;p107" title="Datascientest-25-2000-90.jpg"/>
          <p:cNvPicPr preferRelativeResize="0"/>
          <p:nvPr/>
        </p:nvPicPr>
        <p:blipFill rotWithShape="1">
          <a:blip r:embed="rId4">
            <a:alphaModFix/>
          </a:blip>
          <a:srcRect l="45806" t="33593" r="9932" b="291"/>
          <a:stretch/>
        </p:blipFill>
        <p:spPr>
          <a:xfrm>
            <a:off x="5416500" y="208500"/>
            <a:ext cx="3425100" cy="4726500"/>
          </a:xfrm>
          <a:prstGeom prst="roundRect">
            <a:avLst>
              <a:gd name="adj" fmla="val 6927"/>
            </a:avLst>
          </a:prstGeom>
          <a:noFill/>
          <a:ln>
            <a:noFill/>
          </a:ln>
        </p:spPr>
      </p:pic>
      <p:pic>
        <p:nvPicPr>
          <p:cNvPr id="795" name="Google Shape;795;p107"/>
          <p:cNvPicPr preferRelativeResize="0"/>
          <p:nvPr/>
        </p:nvPicPr>
        <p:blipFill rotWithShape="1">
          <a:blip r:embed="rId5">
            <a:alphaModFix/>
          </a:blip>
          <a:srcRect t="18838" r="42337"/>
          <a:stretch/>
        </p:blipFill>
        <p:spPr>
          <a:xfrm rot="5400000" flipH="1">
            <a:off x="5031851" y="670425"/>
            <a:ext cx="4943124" cy="3425224"/>
          </a:xfrm>
          <a:prstGeom prst="rect">
            <a:avLst/>
          </a:prstGeom>
          <a:noFill/>
          <a:ln>
            <a:noFill/>
          </a:ln>
        </p:spPr>
      </p:pic>
      <p:pic>
        <p:nvPicPr>
          <p:cNvPr id="796" name="Google Shape;796;p107" title="undraw_faq_h01d.gif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662379" y="1423463"/>
            <a:ext cx="2082850" cy="1338125"/>
          </a:xfrm>
          <a:prstGeom prst="rect">
            <a:avLst/>
          </a:prstGeom>
          <a:noFill/>
          <a:ln>
            <a:noFill/>
          </a:ln>
        </p:spPr>
      </p:pic>
      <p:sp>
        <p:nvSpPr>
          <p:cNvPr id="797" name="Google Shape;797;p107"/>
          <p:cNvSpPr/>
          <p:nvPr/>
        </p:nvSpPr>
        <p:spPr>
          <a:xfrm>
            <a:off x="1643004" y="2784088"/>
            <a:ext cx="2121600" cy="346800"/>
          </a:xfrm>
          <a:prstGeom prst="roundRect">
            <a:avLst>
              <a:gd name="adj" fmla="val 5390"/>
            </a:avLst>
          </a:prstGeom>
          <a:solidFill>
            <a:srgbClr val="1A1A3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800" b="1">
                <a:solidFill>
                  <a:srgbClr val="F5FAFF"/>
                </a:solidFill>
                <a:latin typeface="Inter"/>
                <a:ea typeface="Inter"/>
                <a:cs typeface="Inter"/>
                <a:sym typeface="Inter"/>
              </a:rPr>
              <a:t>QUESTIONS</a:t>
            </a:r>
            <a:endParaRPr sz="1800" b="1">
              <a:solidFill>
                <a:srgbClr val="F5FAFF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LIORA">
  <a:themeElements>
    <a:clrScheme name="Simple Light">
      <a:dk1>
        <a:srgbClr val="000000"/>
      </a:dk1>
      <a:lt1>
        <a:srgbClr val="FFFFFF"/>
      </a:lt1>
      <a:dk2>
        <a:srgbClr val="1A1A33"/>
      </a:dk2>
      <a:lt2>
        <a:srgbClr val="FF6745"/>
      </a:lt2>
      <a:accent1>
        <a:srgbClr val="E8E7E1"/>
      </a:accent1>
      <a:accent2>
        <a:srgbClr val="DDFF45"/>
      </a:accent2>
      <a:accent3>
        <a:srgbClr val="00E5EE"/>
      </a:accent3>
      <a:accent4>
        <a:srgbClr val="C445FF"/>
      </a:accent4>
      <a:accent5>
        <a:srgbClr val="7657FF"/>
      </a:accent5>
      <a:accent6>
        <a:srgbClr val="FFFFFF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461</Words>
  <Application>Microsoft Office PowerPoint</Application>
  <PresentationFormat>On-screen Show (16:9)</PresentationFormat>
  <Paragraphs>144</Paragraphs>
  <Slides>16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16</vt:i4>
      </vt:variant>
    </vt:vector>
  </HeadingPairs>
  <TitlesOfParts>
    <vt:vector size="28" baseType="lpstr">
      <vt:lpstr>Arial</vt:lpstr>
      <vt:lpstr>Consolas</vt:lpstr>
      <vt:lpstr>Inter</vt:lpstr>
      <vt:lpstr>Inter Medium</vt:lpstr>
      <vt:lpstr>Inter SemiBold</vt:lpstr>
      <vt:lpstr>Rubik</vt:lpstr>
      <vt:lpstr>Urbanist Black</vt:lpstr>
      <vt:lpstr>Work Sans</vt:lpstr>
      <vt:lpstr>Work Sans Light</vt:lpstr>
      <vt:lpstr>Work Sans Medium</vt:lpstr>
      <vt:lpstr>Simple Light</vt:lpstr>
      <vt:lpstr>LIORA</vt:lpstr>
      <vt:lpstr>DATA ENGINEER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Sergey Krutikov</cp:lastModifiedBy>
  <cp:revision>194</cp:revision>
  <dcterms:modified xsi:type="dcterms:W3CDTF">2026-09-02T13:57:51Z</dcterms:modified>
</cp:coreProperties>
</file>