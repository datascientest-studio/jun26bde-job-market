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5" r:id="rId1"/>
    <p:sldMasterId id="2147483736" r:id="rId2"/>
  </p:sldMasterIdLst>
  <p:notesMasterIdLst>
    <p:notesMasterId r:id="rId11"/>
  </p:notesMasterIdLst>
  <p:sldIdLst>
    <p:sldId id="256" r:id="rId3"/>
    <p:sldId id="258" r:id="rId4"/>
    <p:sldId id="260" r:id="rId5"/>
    <p:sldId id="257" r:id="rId6"/>
    <p:sldId id="276" r:id="rId7"/>
    <p:sldId id="277" r:id="rId8"/>
    <p:sldId id="278" r:id="rId9"/>
    <p:sldId id="273" r:id="rId1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9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1437">
          <p15:clr>
            <a:srgbClr val="747775"/>
          </p15:clr>
        </p15:guide>
        <p15:guide id="4" orient="horz" pos="1014">
          <p15:clr>
            <a:srgbClr val="747775"/>
          </p15:clr>
        </p15:guide>
        <p15:guide id="5" orient="horz" pos="1893">
          <p15:clr>
            <a:srgbClr val="747775"/>
          </p15:clr>
        </p15:guide>
        <p15:guide id="6" pos="4921">
          <p15:clr>
            <a:srgbClr val="747775"/>
          </p15:clr>
        </p15:guide>
        <p15:guide id="7" orient="horz" pos="2679">
          <p15:clr>
            <a:srgbClr val="747775"/>
          </p15:clr>
        </p15:guide>
        <p15:guide id="8" orient="horz" pos="59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2626"/>
    <a:srgbClr val="7151FD"/>
    <a:srgbClr val="000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4" autoAdjust="0"/>
    <p:restoredTop sz="94660"/>
  </p:normalViewPr>
  <p:slideViewPr>
    <p:cSldViewPr snapToGrid="0">
      <p:cViewPr>
        <p:scale>
          <a:sx n="125" d="100"/>
          <a:sy n="125" d="100"/>
        </p:scale>
        <p:origin x="90" y="768"/>
      </p:cViewPr>
      <p:guideLst>
        <p:guide orient="horz" pos="2290"/>
        <p:guide pos="2880"/>
        <p:guide orient="horz" pos="1437"/>
        <p:guide orient="horz" pos="1014"/>
        <p:guide orient="horz" pos="1893"/>
        <p:guide pos="4921"/>
        <p:guide orient="horz" pos="2679"/>
        <p:guide orient="horz" pos="5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b454739a23_0_14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b454739a23_0_14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b454739a23_0_1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b454739a23_0_1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b5a5a12495_0_5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3b5a5a12495_0_5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D9B68FD-C652-2B2D-3D10-CB6CDDF29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247C6C0-368F-8126-90AE-95A7BB54A3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26CA0F2F-7171-467D-3928-881AA20DFF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7106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B12BD581-E3B5-6A20-0E5C-258BC9A86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FCF3F26B-197F-5B9B-18D8-E88CCF4F4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49EC9746-462D-4000-B6B1-EF08ADCCA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27330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D70F0DE1-61C8-B949-CF9F-889D5125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4AAADD59-477D-A0E5-6A76-02B7BE6313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B00DFA13-910D-3747-D068-FAF410152E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49443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b86f15784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3b86f15784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None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rm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A - Couverture" type="title">
  <p:cSld name="TITLE">
    <p:bg>
      <p:bgPr>
        <a:solidFill>
          <a:schemeClr val="dk2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5774" y="4544172"/>
            <a:ext cx="1292251" cy="40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198000" y="1530525"/>
            <a:ext cx="5766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766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B - Sommaire avec Colonne">
  <p:cSld name="SECTION_HEADER_1">
    <p:bg>
      <p:bgPr>
        <a:solidFill>
          <a:schemeClr val="accent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10842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title" idx="3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76" name="Google Shape;76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C - Sommaire avec accroche">
  <p:cSld name="SECTION_HEADER_1_1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709809" y="932975"/>
            <a:ext cx="6648326" cy="328987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964591" y="1097325"/>
            <a:ext cx="1780500" cy="13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 idx="2"/>
          </p:nvPr>
        </p:nvSpPr>
        <p:spPr>
          <a:xfrm>
            <a:off x="198000" y="198100"/>
            <a:ext cx="2038500" cy="13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- Texte &amp; Image / Fond Clair 1">
  <p:cSld name="SECTION_HEADER_1_1_1">
    <p:bg>
      <p:bgPr>
        <a:solidFill>
          <a:schemeClr val="lt1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0" name="Google Shape;90;p1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B - Texte &amp; Image / Fond Clair 2">
  <p:cSld name="TITLE_AND_BODY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6" name="Google Shape;96;p2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97" name="Google Shape;97;p2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D - Texte &amp; Image / Fond Clair 4">
  <p:cSld name="TITLE_AND_BODY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04" name="Google Shape;104;p21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105" name="Google Shape;105;p21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6" name="Google Shape;106;p21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E - Texte &amp; Image / Fond Clair 5">
  <p:cSld name="TITLE_AND_BODY_2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5" name="Google Shape;115;p22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6" name="Google Shape;116;p22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7" name="Google Shape;117;p22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F - Texte &amp; Image / Fond Clair 6">
  <p:cSld name="TITLE_AND_BODY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6" name="Google Shape;126;p23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7" name="Google Shape;127;p23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8" name="Google Shape;128;p23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G - Texte &amp; Image / Fond Clair 7">
  <p:cSld name="TITLE_AND_BODY_1_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398500" y="487470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0" name="Google Shape;140;p24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1" name="Google Shape;141;p24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2" name="Google Shape;142;p24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3" name="Google Shape;143;p24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4" name="Google Shape;144;p24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5" name="Google Shape;145;p24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H - Texte &amp; Image / Fond Clair 8">
  <p:cSld name="TITLE_AND_BODY_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6" name="Google Shape;156;p25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7" name="Google Shape;157;p25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8" name="Google Shape;158;p25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I - Texte &amp; Image / Fond Clair 9">
  <p:cSld name="TITLE_AND_BODY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sldNum" idx="12"/>
          </p:nvPr>
        </p:nvSpPr>
        <p:spPr>
          <a:xfrm>
            <a:off x="8398500" y="4766025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72" name="Google Shape;172;p26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3" name="Google Shape;173;p26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4" name="Google Shape;174;p26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5" name="Google Shape;175;p26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6" name="Google Shape;176;p26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7" name="Google Shape;177;p26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8" name="Google Shape;178;p26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9" name="Google Shape;179;p26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J - Texte &amp; Image / Fond Clair 10">
  <p:cSld name="TITLE_AND_BODY_1_1_1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5" name="Google Shape;185;p27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K - Texte / Fond Clair 11">
  <p:cSld name="TITLE_AND_BODY_1_1_1_1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body" idx="2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body" idx="3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subTitle" idx="4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L - Texte &amp; Image / Fond Clair 12">
  <p:cSld name="TITLE_AND_BODY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9" name="Google Shape;199;p29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0" name="Google Shape;200;p29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1" name="Google Shape;201;p29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2" name="Google Shape;202;p29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3" name="Google Shape;203;p29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4" name="Google Shape;204;p29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N - Texte / Fond Clair 14">
  <p:cSld name="TITLE_AND_BODY_1_1_1_1_1_1_1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14" name="Google Shape;214;p3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7" name="Google Shape;217;p31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31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O - Vide / Fond Clair">
  <p:cSld name="TITLE_AND_BODY_1_1_1_1_1_1_1_1_1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3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F - Titre et Image / Fond Blanc">
  <p:cSld name="TITLE_AND_TWO_COLUMNS_4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5" name="Google Shape;225;p3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3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A - Titre seul / Fond Navy">
  <p:cSld name="TITLE_AND_TWO_COLUMNS_3">
    <p:bg>
      <p:bgPr>
        <a:solidFill>
          <a:schemeClr val="dk2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9" name="Google Shape;229;p3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D - Titre et Image / Fond Navy">
  <p:cSld name="TITLE_AND_TWO_COLUMNS_3_1"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3" name="Google Shape;233;p3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5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B - Titre seul / Fond Grey">
  <p:cSld name="TITLE_AND_TWO_COLUMNS_2">
    <p:bg>
      <p:bgPr>
        <a:solidFill>
          <a:schemeClr val="accen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9" name="Google Shape;239;p3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C - Titre Seul / Fond Blanc">
  <p:cSld name="TITLE_AND_TWO_COLUMNS_2_2">
    <p:bg>
      <p:bgPr>
        <a:solidFill>
          <a:schemeClr val="lt1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3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E - Titre et Image / Fond Grey">
  <p:cSld name="TITLE_AND_TWO_COLUMNS_2_1">
    <p:bg>
      <p:bgPr>
        <a:solidFill>
          <a:schemeClr val="accent1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3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38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- Texte &amp; Image / Fond Grey 1">
  <p:cSld name="TITLE_AND_TWO_COLUMNS_1">
    <p:bg>
      <p:bgPr>
        <a:solidFill>
          <a:schemeClr val="accent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2" name="Google Shape;252;p3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3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B - Texte &amp; Image / Fond Grey 2">
  <p:cSld name="TITLE_AND_TWO_COLUMNS_1_4">
    <p:bg>
      <p:bgPr>
        <a:solidFill>
          <a:schemeClr val="accent1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8" name="Google Shape;258;p4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4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0" name="Google Shape;260;p4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61" name="Google Shape;261;p4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2" name="Google Shape;262;p4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- Texte &amp; Image / Fond Grey 3">
  <p:cSld name="TITLE_AND_TWO_COLUMNS_1_4_2">
    <p:bg>
      <p:bgPr>
        <a:solidFill>
          <a:schemeClr val="accent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4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4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66" name="Google Shape;266;p4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67" name="Google Shape;267;p41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1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1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D - Texte &amp; Image / Fond Grey 4">
  <p:cSld name="TITLE_AND_TWO_COLUMNS_1_4_1"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73" name="Google Shape;273;p4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4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42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76" name="Google Shape;276;p42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42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E - Texte &amp; Image / Fond Grey 5">
  <p:cSld name="TITLE_AND_TWO_COLUMNS_1_4_1_1">
    <p:bg>
      <p:bgPr>
        <a:solidFill>
          <a:schemeClr val="accent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4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81" name="Google Shape;281;p4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43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3" name="Google Shape;283;p43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43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6" name="Google Shape;286;p43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7" name="Google Shape;287;p43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8" name="Google Shape;288;p43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F - Texte &amp; Image / Fond Grey 6">
  <p:cSld name="TITLE_AND_TWO_COLUMNS_1_4_1_1_1">
    <p:bg>
      <p:bgPr>
        <a:solidFill>
          <a:schemeClr val="accent1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92" name="Google Shape;292;p4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4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4" name="Google Shape;294;p44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8" name="Google Shape;298;p44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9" name="Google Shape;299;p44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G - Texte &amp; Image / Fond Grey 7">
  <p:cSld name="TITLE_AND_TWO_COLUMNS_1_4_1_1_1_1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4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6" name="Google Shape;306;p45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7" name="Google Shape;307;p45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8" name="Google Shape;308;p45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9" name="Google Shape;309;p45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0" name="Google Shape;310;p45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45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2" name="Google Shape;312;p45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3" name="Google Shape;313;p45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4" name="Google Shape;314;p45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5" name="Google Shape;315;p45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6" name="Google Shape;316;p45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H - Texte &amp; Image / Fond Grey 8">
  <p:cSld name="TITLE_AND_TWO_COLUMNS_1_4_1_1_1_1_1">
    <p:bg>
      <p:bgPr>
        <a:solidFill>
          <a:schemeClr val="accen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4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20" name="Google Shape;320;p4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4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2" name="Google Shape;322;p46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4" name="Google Shape;324;p46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5" name="Google Shape;325;p46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6" name="Google Shape;326;p46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7" name="Google Shape;327;p46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8" name="Google Shape;328;p46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9" name="Google Shape;329;p46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I - Texte &amp; Image / Fond Grey 9">
  <p:cSld name="TITLE_AND_TWO_COLUMNS_1_4_1_1_1_1_1_1">
    <p:bg>
      <p:bgPr>
        <a:solidFill>
          <a:schemeClr val="accent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4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4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33" name="Google Shape;333;p4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7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47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47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8" name="Google Shape;338;p47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9" name="Google Shape;339;p47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0" name="Google Shape;340;p47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47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2" name="Google Shape;342;p47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3" name="Google Shape;343;p47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4" name="Google Shape;344;p47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5" name="Google Shape;345;p47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6" name="Google Shape;346;p47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7" name="Google Shape;347;p47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8" name="Google Shape;348;p47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9" name="Google Shape;349;p47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50" name="Google Shape;350;p47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J - Texte &amp; Image / Fond Grey 10">
  <p:cSld name="TITLE_AND_TWO_COLUMNS_1_3">
    <p:bg>
      <p:bgPr>
        <a:solidFill>
          <a:schemeClr val="accent1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3" name="Google Shape;353;p4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55" name="Google Shape;355;p48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48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K - Texte / Fond Grey 11">
  <p:cSld name="TITLE_AND_TWO_COLUMNS_1_2">
    <p:bg>
      <p:bgPr>
        <a:solidFill>
          <a:schemeClr val="accent1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9" name="Google Shape;359;p4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body" idx="2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2" name="Google Shape;362;p49"/>
          <p:cNvSpPr txBox="1">
            <a:spLocks noGrp="1"/>
          </p:cNvSpPr>
          <p:nvPr>
            <p:ph type="body" idx="3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4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L - Texte &amp; Image / Fond Grey 12">
  <p:cSld name="TITLE_AND_TWO_COLUMNS_1_2_1">
    <p:bg>
      <p:bgPr>
        <a:solidFill>
          <a:schemeClr val="accen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66" name="Google Shape;366;p5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5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8" name="Google Shape;368;p50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9" name="Google Shape;369;p50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0" name="Google Shape;370;p50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50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2" name="Google Shape;372;p50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3" name="Google Shape;373;p50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4" name="Google Shape;374;p50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5" name="Google Shape;375;p50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M - Texte &amp; Image / Fond Grey 13">
  <p:cSld name="TITLE_AND_TWO_COLUMNS_1_2_1_1">
    <p:bg>
      <p:bgPr>
        <a:solidFill>
          <a:schemeClr val="accent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78" name="Google Shape;378;p5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0" name="Google Shape;380;p51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1" name="Google Shape;381;p51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N - Texte / Fond Grey 14">
  <p:cSld name="TITLE_AND_TWO_COLUMNS_1_1">
    <p:bg>
      <p:bgPr>
        <a:solidFill>
          <a:schemeClr val="accent1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84" name="Google Shape;384;p5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5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6" name="Google Shape;386;p52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52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52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52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O - Vide / Fond Grey 15">
  <p:cSld name="TITLE_AND_TWO_COLUMNS_1_1_1">
    <p:bg>
      <p:bgPr>
        <a:solidFill>
          <a:schemeClr val="accent1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5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- Transition avec Photo">
  <p:cSld name="CUSTOM_1_2">
    <p:bg>
      <p:bgPr>
        <a:solidFill>
          <a:schemeClr val="dk2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4" name="Google Shape;394;p54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sp>
        <p:nvSpPr>
          <p:cNvPr id="395" name="Google Shape;395;p5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96" name="Google Shape;39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C - Transition avec Photo &amp; Forme">
  <p:cSld name="CUSTOM_1_2_1">
    <p:bg>
      <p:bgPr>
        <a:solidFill>
          <a:schemeClr val="dk2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9" name="Google Shape;399;p55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pic>
        <p:nvPicPr>
          <p:cNvPr id="400" name="Google Shape;40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860175" y="329425"/>
            <a:ext cx="8490126" cy="42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5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B - Transition avec forme">
  <p:cSld name="CUSTOM_1_1">
    <p:bg>
      <p:bgPr>
        <a:solidFill>
          <a:schemeClr val="dk2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05" name="Google Shape;405;p5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161999" y="2571751"/>
            <a:ext cx="5989426" cy="2963799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5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Work Sans Medium"/>
              <a:buChar char="●"/>
              <a:defRPr sz="36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7" name="Google Shape;40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A - Transition / Data &amp; IA">
  <p:cSld name="CUSTOM">
    <p:bg>
      <p:bgPr>
        <a:solidFill>
          <a:schemeClr val="accent3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0" name="Google Shape;410;p57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1" name="Google Shape;411;p5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57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B - Transition &amp; Image / Data &amp; IA">
  <p:cSld name="CUSTOM_3">
    <p:bg>
      <p:bgPr>
        <a:solidFill>
          <a:schemeClr val="accent3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58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5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6" name="Google Shape;416;p58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7" name="Google Shape;417;p5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58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C - Transition &amp; Texte / Data &amp; IA">
  <p:cSld name="CUSTOM_3_1">
    <p:bg>
      <p:bgPr>
        <a:solidFill>
          <a:schemeClr val="lt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9"/>
          <p:cNvSpPr/>
          <p:nvPr/>
        </p:nvSpPr>
        <p:spPr>
          <a:xfrm>
            <a:off x="-57225" y="-86025"/>
            <a:ext cx="5275800" cy="5315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59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2" name="Google Shape;422;p59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3" name="Google Shape;423;p59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24" name="Google Shape;424;p5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59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D - Transition / Digital">
  <p:cSld name="CUSTOM_5">
    <p:bg>
      <p:bgPr>
        <a:solidFill>
          <a:schemeClr val="accent4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6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0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9" name="Google Shape;429;p60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0" name="Google Shape;430;p60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E - Transition &amp; Image / Digital">
  <p:cSld name="CUSTOM_3_2">
    <p:bg>
      <p:bgPr>
        <a:solidFill>
          <a:schemeClr val="accent4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6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61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6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35" name="Google Shape;435;p61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6" name="Google Shape;436;p61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F - Transition &amp; Texte / Digital">
  <p:cSld name="CUSTOM_3_1_1"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/>
          <p:nvPr/>
        </p:nvSpPr>
        <p:spPr>
          <a:xfrm>
            <a:off x="-64600" y="-56475"/>
            <a:ext cx="5283000" cy="525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1" name="Google Shape;441;p62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2" name="Google Shape;442;p62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43" name="Google Shape;443;p62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G - Transition / Soft Dev">
  <p:cSld name="CUSTOM_5_1">
    <p:bg>
      <p:bgPr>
        <a:solidFill>
          <a:schemeClr val="accent2"/>
        </a:solidFill>
        <a:effectLst/>
      </p:bgPr>
    </p:bg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6" name="Google Shape;446;p63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47" name="Google Shape;447;p6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63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H - Transition &amp; Image / Soft Dev">
  <p:cSld name="CUSTOM_3_2_1">
    <p:bg>
      <p:bgPr>
        <a:solidFill>
          <a:schemeClr val="accen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4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6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2" name="Google Shape;452;p64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53" name="Google Shape;453;p6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64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I - Transition &amp; Texte / Soft Dev">
  <p:cSld name="CUSTOM_3_1_1_1">
    <p:bg>
      <p:bgPr>
        <a:solidFill>
          <a:schemeClr val="lt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5"/>
          <p:cNvSpPr/>
          <p:nvPr/>
        </p:nvSpPr>
        <p:spPr>
          <a:xfrm>
            <a:off x="-57225" y="-63875"/>
            <a:ext cx="5275800" cy="527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6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8" name="Google Shape;458;p65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9" name="Google Shape;459;p65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60" name="Google Shape;460;p6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5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J - Transition / Cybersecurity">
  <p:cSld name="CUSTOM_5_1_1">
    <p:bg>
      <p:bgPr>
        <a:solidFill>
          <a:schemeClr val="accent5"/>
        </a:solidFill>
        <a:effectLst/>
      </p:bgPr>
    </p:bg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6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6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65" name="Google Shape;465;p66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66" name="Google Shape;466;p66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K - Transition &amp; Image / Cybersecurity">
  <p:cSld name="CUSTOM_3_2_1_1">
    <p:bg>
      <p:bgPr>
        <a:solidFill>
          <a:schemeClr val="accent5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6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67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6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1" name="Google Shape;471;p67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72" name="Google Shape;472;p67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L - Transition &amp; Texte / Cybersecurity">
  <p:cSld name="CUSTOM_3_1_1_1_1"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68"/>
          <p:cNvSpPr/>
          <p:nvPr/>
        </p:nvSpPr>
        <p:spPr>
          <a:xfrm>
            <a:off x="-88300" y="-102500"/>
            <a:ext cx="5306700" cy="5348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5" name="Google Shape;475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6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7" name="Google Shape;477;p68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8" name="Google Shape;478;p68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79" name="Google Shape;479;p68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C - Texte &amp; Image Fond Clair 3">
  <p:cSld name="CUSTOM_4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6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6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483" name="Google Shape;483;p6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84" name="Google Shape;484;p69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9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69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C - Fin">
  <p:cSld name="CUSTOM_6">
    <p:bg>
      <p:bgPr>
        <a:solidFill>
          <a:schemeClr val="dk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928766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0"/>
          <p:cNvSpPr txBox="1"/>
          <p:nvPr/>
        </p:nvSpPr>
        <p:spPr>
          <a:xfrm>
            <a:off x="180295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90" name="Google Shape;49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85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">
  <p:cSld name="CUSTOM_6_1">
    <p:bg>
      <p:bgPr>
        <a:solidFill>
          <a:schemeClr val="accent1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7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93" name="Google Shape;493;p7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71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95" name="Google Shape;495;p71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96" name="Google Shape;496;p71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97" name="Google Shape;497;p71" title="Fichier 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">
  <p:cSld name="TITLE_1_1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500" name="Google Shape;500;p7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01" name="Google Shape;501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">
  <p:cSld name="TITLE_AND_BODY_1_3">
    <p:bg>
      <p:bgPr>
        <a:solidFill>
          <a:srgbClr val="E8E3D4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3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04" name="Google Shape;504;p73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73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73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07" name="Google Shape;507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3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09" name="Google Shape;509;p73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10" name="Google Shape;510;p73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73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5">
  <p:cSld name="TITLE_AND_BODY_6">
    <p:bg>
      <p:bgPr>
        <a:solidFill>
          <a:srgbClr val="E8E3D4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7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14" name="Google Shape;514;p74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74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74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17" name="Google Shape;517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74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19" name="Google Shape;519;p74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20" name="Google Shape;520;p74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74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1">
  <p:cSld name="TITLE_AND_BODY_7">
    <p:bg>
      <p:bgPr>
        <a:solidFill>
          <a:srgbClr val="E8E3D4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7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24" name="Google Shape;524;p7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7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6" name="Google Shape;526;p7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27" name="Google Shape;527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7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29" name="Google Shape;529;p7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2">
  <p:cSld name="TITLE_AND_BODY_8">
    <p:bg>
      <p:bgPr>
        <a:solidFill>
          <a:srgbClr val="E8E3D4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76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32" name="Google Shape;532;p76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35" name="Google Shape;535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76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37" name="Google Shape;537;p76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38" name="Google Shape;538;p76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76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3">
  <p:cSld name="TITLE_AND_BODY_9">
    <p:bg>
      <p:bgPr>
        <a:solidFill>
          <a:srgbClr val="E8E3D4"/>
        </a:solidFill>
        <a:effectLst/>
      </p:bgPr>
    </p:bg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7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42" name="Google Shape;542;p77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77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4" name="Google Shape;544;p77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45" name="Google Shape;545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77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47" name="Google Shape;547;p77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48" name="Google Shape;548;p77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7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SECTION_HEADER_2">
    <p:bg>
      <p:bgPr>
        <a:solidFill>
          <a:srgbClr val="E8E3D4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78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52" name="Google Shape;552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78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78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4">
  <p:cSld name="TITLE_AND_BODY_10">
    <p:bg>
      <p:bgPr>
        <a:solidFill>
          <a:srgbClr val="E8E3D4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79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57" name="Google Shape;557;p79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79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79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60" name="Google Shape;560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79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62" name="Google Shape;562;p79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63" name="Google Shape;563;p79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79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6">
  <p:cSld name="TITLE_AND_BODY_11">
    <p:bg>
      <p:bgPr>
        <a:solidFill>
          <a:srgbClr val="E8E3D4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0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67" name="Google Shape;567;p80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70" name="Google Shape;570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80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73" name="Google Shape;573;p80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80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7">
  <p:cSld name="TITLE_AND_BODY_12">
    <p:bg>
      <p:bgPr>
        <a:solidFill>
          <a:srgbClr val="E8E3D4"/>
        </a:solidFill>
        <a:effectLst/>
      </p:bgPr>
    </p:bg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81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77" name="Google Shape;577;p81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81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81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80" name="Google Shape;58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81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1">
  <p:cSld name="SECTION_HEADER_3">
    <p:bg>
      <p:bgPr>
        <a:solidFill>
          <a:srgbClr val="E8E3D4"/>
        </a:solid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82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85" name="Google Shape;585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82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82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bg>
      <p:bgPr>
        <a:solidFill>
          <a:srgbClr val="E8E3D4"/>
        </a:solid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83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rière-plan simple" type="blank">
  <p:cSld name="BLANK">
    <p:bg>
      <p:bgPr>
        <a:solidFill>
          <a:srgbClr val="E8E3D4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8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8">
  <p:cSld name="TITLE_AND_BODY_13">
    <p:bg>
      <p:bgPr>
        <a:solidFill>
          <a:srgbClr val="E8E3D4"/>
        </a:solidFill>
        <a:effectLst/>
      </p:bgPr>
    </p:bg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98" name="Google Shape;598;p8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8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0" name="Google Shape;600;p8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601" name="Google Shape;601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8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603" name="Google Shape;603;p8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2">
  <p:cSld name="SECTION_HEADER_4">
    <p:bg>
      <p:bgPr>
        <a:solidFill>
          <a:srgbClr val="E8E3D4"/>
        </a:solidFill>
        <a:effectLst/>
      </p:bgPr>
    </p:bg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6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06" name="Google Shape;606;p8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 1">
  <p:cSld name="TITLE_1_2">
    <p:bg>
      <p:bgPr>
        <a:solidFill>
          <a:srgbClr val="E8E3D4"/>
        </a:solidFill>
        <a:effectLst/>
      </p:bgPr>
    </p:bg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87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3_1">
  <p:cSld name="TITLE_AND_BODY_13_1"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4" name="Google Shape;614;p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5" name="Google Shape;615;p8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 1">
  <p:cSld name="CUSTOM_6_1_1">
    <p:bg>
      <p:bgPr>
        <a:solidFill>
          <a:schemeClr val="accent1"/>
        </a:solidFill>
        <a:effectLst/>
      </p:bgPr>
    </p:bg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799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618" name="Google Shape;618;p8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89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0" name="Google Shape;620;p89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21" name="Google Shape;621;p89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622" name="Google Shape;622;p89" title="Fichier 1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3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75.xml"/><Relationship Id="rId68" Type="http://schemas.openxmlformats.org/officeDocument/2006/relationships/slideLayout" Target="../slideLayouts/slideLayout80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8" Type="http://schemas.openxmlformats.org/officeDocument/2006/relationships/slideLayout" Target="../slideLayouts/slideLayout70.xml"/><Relationship Id="rId66" Type="http://schemas.openxmlformats.org/officeDocument/2006/relationships/slideLayout" Target="../slideLayouts/slideLayout78.xml"/><Relationship Id="rId74" Type="http://schemas.openxmlformats.org/officeDocument/2006/relationships/slideLayout" Target="../slideLayouts/slideLayout86.xml"/><Relationship Id="rId5" Type="http://schemas.openxmlformats.org/officeDocument/2006/relationships/slideLayout" Target="../slideLayouts/slideLayout17.xml"/><Relationship Id="rId61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slideLayout" Target="../slideLayouts/slideLayout68.xml"/><Relationship Id="rId64" Type="http://schemas.openxmlformats.org/officeDocument/2006/relationships/slideLayout" Target="../slideLayouts/slideLayout76.xml"/><Relationship Id="rId69" Type="http://schemas.openxmlformats.org/officeDocument/2006/relationships/slideLayout" Target="../slideLayouts/slideLayout81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7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71.xml"/><Relationship Id="rId67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62" Type="http://schemas.openxmlformats.org/officeDocument/2006/relationships/slideLayout" Target="../slideLayouts/slideLayout74.xml"/><Relationship Id="rId70" Type="http://schemas.openxmlformats.org/officeDocument/2006/relationships/slideLayout" Target="../slideLayouts/slideLayout82.xml"/><Relationship Id="rId75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Relationship Id="rId57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60" Type="http://schemas.openxmlformats.org/officeDocument/2006/relationships/slideLayout" Target="../slideLayouts/slideLayout72.xml"/><Relationship Id="rId65" Type="http://schemas.openxmlformats.org/officeDocument/2006/relationships/slideLayout" Target="../slideLayouts/slideLayout77.xml"/><Relationship Id="rId73" Type="http://schemas.openxmlformats.org/officeDocument/2006/relationships/slideLayout" Target="../slideLayouts/slideLayout8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9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71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  <p:sldLayoutId id="2147483734" r:id="rId7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5">
          <p15:clr>
            <a:srgbClr val="E46962"/>
          </p15:clr>
        </p15:guide>
        <p15:guide id="2" pos="470">
          <p15:clr>
            <a:srgbClr val="E46962"/>
          </p15:clr>
        </p15:guide>
        <p15:guide id="3" pos="594">
          <p15:clr>
            <a:srgbClr val="E46962"/>
          </p15:clr>
        </p15:guide>
        <p15:guide id="4" pos="939">
          <p15:clr>
            <a:srgbClr val="E46962"/>
          </p15:clr>
        </p15:guide>
        <p15:guide id="5" pos="1064">
          <p15:clr>
            <a:srgbClr val="E46962"/>
          </p15:clr>
        </p15:guide>
        <p15:guide id="6" pos="1409">
          <p15:clr>
            <a:srgbClr val="E46962"/>
          </p15:clr>
        </p15:guide>
        <p15:guide id="7" pos="1534">
          <p15:clr>
            <a:srgbClr val="E46962"/>
          </p15:clr>
        </p15:guide>
        <p15:guide id="8" pos="1878">
          <p15:clr>
            <a:srgbClr val="E46962"/>
          </p15:clr>
        </p15:guide>
        <p15:guide id="9" pos="2003">
          <p15:clr>
            <a:srgbClr val="E46962"/>
          </p15:clr>
        </p15:guide>
        <p15:guide id="10" pos="2348">
          <p15:clr>
            <a:srgbClr val="E46962"/>
          </p15:clr>
        </p15:guide>
        <p15:guide id="11" pos="2473">
          <p15:clr>
            <a:srgbClr val="E46962"/>
          </p15:clr>
        </p15:guide>
        <p15:guide id="12" pos="2818">
          <p15:clr>
            <a:srgbClr val="E46962"/>
          </p15:clr>
        </p15:guide>
        <p15:guide id="13" pos="2942">
          <p15:clr>
            <a:srgbClr val="E46962"/>
          </p15:clr>
        </p15:guide>
        <p15:guide id="14" pos="3287">
          <p15:clr>
            <a:srgbClr val="E46962"/>
          </p15:clr>
        </p15:guide>
        <p15:guide id="15" pos="3412">
          <p15:clr>
            <a:srgbClr val="E46962"/>
          </p15:clr>
        </p15:guide>
        <p15:guide id="16" pos="3757">
          <p15:clr>
            <a:srgbClr val="E46962"/>
          </p15:clr>
        </p15:guide>
        <p15:guide id="17" pos="3882">
          <p15:clr>
            <a:srgbClr val="E46962"/>
          </p15:clr>
        </p15:guide>
        <p15:guide id="18" pos="4226">
          <p15:clr>
            <a:srgbClr val="E46962"/>
          </p15:clr>
        </p15:guide>
        <p15:guide id="19" pos="4351">
          <p15:clr>
            <a:srgbClr val="E46962"/>
          </p15:clr>
        </p15:guide>
        <p15:guide id="20" pos="4696">
          <p15:clr>
            <a:srgbClr val="E46962"/>
          </p15:clr>
        </p15:guide>
        <p15:guide id="21" pos="4821">
          <p15:clr>
            <a:srgbClr val="E46962"/>
          </p15:clr>
        </p15:guide>
        <p15:guide id="22" pos="5166">
          <p15:clr>
            <a:srgbClr val="E46962"/>
          </p15:clr>
        </p15:guide>
        <p15:guide id="23" pos="5290">
          <p15:clr>
            <a:srgbClr val="E46962"/>
          </p15:clr>
        </p15:guide>
        <p15:guide id="24" pos="5635">
          <p15:clr>
            <a:srgbClr val="E46962"/>
          </p15:clr>
        </p15:guide>
        <p15:guide id="25" orient="horz" pos="125">
          <p15:clr>
            <a:srgbClr val="E46962"/>
          </p15:clr>
        </p15:guide>
        <p15:guide id="26" orient="horz" pos="2991">
          <p15:clr>
            <a:srgbClr val="E46962"/>
          </p15:clr>
        </p15:guide>
        <p15:guide id="27" orient="horz" pos="1495">
          <p15:clr>
            <a:srgbClr val="E46962"/>
          </p15:clr>
        </p15:guide>
        <p15:guide id="28" orient="horz" pos="16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4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39.png"/><Relationship Id="rId18" Type="http://schemas.openxmlformats.org/officeDocument/2006/relationships/image" Target="../media/image24.png"/><Relationship Id="rId3" Type="http://schemas.openxmlformats.org/officeDocument/2006/relationships/image" Target="../media/image22.png"/><Relationship Id="rId7" Type="http://schemas.openxmlformats.org/officeDocument/2006/relationships/image" Target="../media/image34.png"/><Relationship Id="rId12" Type="http://schemas.openxmlformats.org/officeDocument/2006/relationships/image" Target="../media/image38.png"/><Relationship Id="rId17" Type="http://schemas.openxmlformats.org/officeDocument/2006/relationships/image" Target="../media/image42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8.png"/><Relationship Id="rId11" Type="http://schemas.openxmlformats.org/officeDocument/2006/relationships/image" Target="../media/image37.png"/><Relationship Id="rId5" Type="http://schemas.openxmlformats.org/officeDocument/2006/relationships/image" Target="../media/image27.png"/><Relationship Id="rId15" Type="http://schemas.openxmlformats.org/officeDocument/2006/relationships/image" Target="../media/image35.png"/><Relationship Id="rId10" Type="http://schemas.openxmlformats.org/officeDocument/2006/relationships/image" Target="../media/image23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Relationship Id="rId14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8.png"/><Relationship Id="rId5" Type="http://schemas.openxmlformats.org/officeDocument/2006/relationships/image" Target="../media/image42.png"/><Relationship Id="rId10" Type="http://schemas.openxmlformats.org/officeDocument/2006/relationships/image" Target="../media/image39.png"/><Relationship Id="rId4" Type="http://schemas.openxmlformats.org/officeDocument/2006/relationships/image" Target="../media/image41.png"/><Relationship Id="rId9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5.xml"/><Relationship Id="rId6" Type="http://schemas.openxmlformats.org/officeDocument/2006/relationships/image" Target="../media/image46.gif"/><Relationship Id="rId5" Type="http://schemas.openxmlformats.org/officeDocument/2006/relationships/image" Target="../media/image45.png"/><Relationship Id="rId4" Type="http://schemas.openxmlformats.org/officeDocument/2006/relationships/image" Target="../media/image4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90"/>
          <p:cNvSpPr txBox="1">
            <a:spLocks noGrp="1"/>
          </p:cNvSpPr>
          <p:nvPr>
            <p:ph type="title"/>
          </p:nvPr>
        </p:nvSpPr>
        <p:spPr>
          <a:xfrm>
            <a:off x="198000" y="1506075"/>
            <a:ext cx="5766000" cy="52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highlight>
                  <a:srgbClr val="FF6745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DATA ENGINEER</a:t>
            </a:r>
            <a:endParaRPr dirty="0"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28" name="Google Shape;628;p90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918400" cy="124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latin typeface="Work Sans"/>
                <a:ea typeface="Work Sans"/>
                <a:cs typeface="Work Sans"/>
                <a:sym typeface="Work Sans"/>
              </a:rPr>
              <a:t>Presentation of</a:t>
            </a:r>
            <a:endParaRPr b="1" dirty="0">
              <a:latin typeface="Work Sans"/>
              <a:ea typeface="Work Sans"/>
              <a:cs typeface="Work Sans"/>
              <a:sym typeface="Work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chemeClr val="lt2"/>
                </a:solidFill>
                <a:latin typeface="Work Sans"/>
                <a:ea typeface="Work Sans"/>
                <a:cs typeface="Work Sans"/>
                <a:sym typeface="Work Sans"/>
              </a:rPr>
              <a:t>Job Market Project 2026</a:t>
            </a:r>
            <a:endParaRPr b="1" dirty="0">
              <a:solidFill>
                <a:schemeClr val="lt2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92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627700" cy="42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latin typeface="Work Sans"/>
                <a:ea typeface="Work Sans"/>
                <a:cs typeface="Work Sans"/>
                <a:sym typeface="Work Sans"/>
              </a:rPr>
              <a:t>Table of Contents</a:t>
            </a:r>
            <a:endParaRPr b="1"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47" name="Google Shape;647;p92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1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2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3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4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5</a:t>
            </a:r>
            <a:endParaRPr dirty="0"/>
          </a:p>
        </p:txBody>
      </p:sp>
      <p:sp>
        <p:nvSpPr>
          <p:cNvPr id="648" name="Google Shape;648;p92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First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Second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Third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Fourth section</a:t>
            </a:r>
            <a:endParaRPr dirty="0"/>
          </a:p>
          <a:p>
            <a:pPr lvl="0">
              <a:buNone/>
            </a:pPr>
            <a:r>
              <a:rPr lang="fr" dirty="0"/>
              <a:t>Fifth section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500"/>
            <a:ext cx="547501" cy="172861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9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dirty="0">
                <a:solidFill>
                  <a:srgbClr val="FF6745"/>
                </a:solidFill>
              </a:rPr>
              <a:t>First section</a:t>
            </a: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674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1C6A085-9504-8E91-8454-C69F19D256F2}"/>
              </a:ext>
            </a:extLst>
          </p:cNvPr>
          <p:cNvSpPr/>
          <p:nvPr/>
        </p:nvSpPr>
        <p:spPr>
          <a:xfrm>
            <a:off x="950293" y="654602"/>
            <a:ext cx="7066567" cy="420922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Project Overview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/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25" name="Group 624">
            <a:extLst>
              <a:ext uri="{FF2B5EF4-FFF2-40B4-BE49-F238E27FC236}">
                <a16:creationId xmlns:a16="http://schemas.microsoft.com/office/drawing/2014/main" id="{398B0777-E877-D93E-BD92-C04A16A920FE}"/>
              </a:ext>
            </a:extLst>
          </p:cNvPr>
          <p:cNvGrpSpPr/>
          <p:nvPr/>
        </p:nvGrpSpPr>
        <p:grpSpPr>
          <a:xfrm>
            <a:off x="4271478" y="2017557"/>
            <a:ext cx="858424" cy="423153"/>
            <a:chOff x="4142788" y="2171346"/>
            <a:chExt cx="858424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C02452-9375-CBE7-83E6-04F974B56B92}"/>
                </a:ext>
              </a:extLst>
            </p:cNvPr>
            <p:cNvSpPr/>
            <p:nvPr/>
          </p:nvSpPr>
          <p:spPr>
            <a:xfrm>
              <a:off x="4142788" y="2171346"/>
              <a:ext cx="858424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/>
                <a:t>ETL</a:t>
              </a:r>
            </a:p>
          </p:txBody>
        </p:sp>
        <p:pic>
          <p:nvPicPr>
            <p:cNvPr id="5" name="Picture 4" descr="Python (programming language) - Wikipedia">
              <a:extLst>
                <a:ext uri="{FF2B5EF4-FFF2-40B4-BE49-F238E27FC236}">
                  <a16:creationId xmlns:a16="http://schemas.microsoft.com/office/drawing/2014/main" id="{82223FD1-8496-6C81-F2F1-F0D840AF5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77537" y="2201629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A5A0CC1E-9DDB-6C92-FB4E-EF480D1C78F1}"/>
              </a:ext>
            </a:extLst>
          </p:cNvPr>
          <p:cNvGrpSpPr/>
          <p:nvPr/>
        </p:nvGrpSpPr>
        <p:grpSpPr>
          <a:xfrm>
            <a:off x="3662259" y="971973"/>
            <a:ext cx="2076856" cy="423153"/>
            <a:chOff x="851170" y="2258330"/>
            <a:chExt cx="2076856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1B1997-A097-3A4C-BF2A-B6366A474C25}"/>
                </a:ext>
              </a:extLst>
            </p:cNvPr>
            <p:cNvSpPr/>
            <p:nvPr/>
          </p:nvSpPr>
          <p:spPr>
            <a:xfrm>
              <a:off x="851170" y="2258330"/>
              <a:ext cx="2076856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 err="1"/>
                <a:t>Arbeitsagentur</a:t>
              </a:r>
              <a:r>
                <a:rPr lang="en-US" dirty="0"/>
                <a:t> API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2C43E67-FADA-3F37-4E20-971537F7D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9796" y="2291181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pic>
        <p:nvPicPr>
          <p:cNvPr id="44" name="Picture 43">
            <a:extLst>
              <a:ext uri="{FF2B5EF4-FFF2-40B4-BE49-F238E27FC236}">
                <a16:creationId xmlns:a16="http://schemas.microsoft.com/office/drawing/2014/main" id="{83D93FB8-C976-FD61-4A75-03ED41F49C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4382" y="2018748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444A515-4F48-6511-2111-3AE0A97D83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5122" y="2017557"/>
            <a:ext cx="393496" cy="452741"/>
          </a:xfrm>
          <a:prstGeom prst="rect">
            <a:avLst/>
          </a:prstGeom>
        </p:spPr>
      </p:pic>
      <p:sp>
        <p:nvSpPr>
          <p:cNvPr id="630" name="TextBox 629">
            <a:extLst>
              <a:ext uri="{FF2B5EF4-FFF2-40B4-BE49-F238E27FC236}">
                <a16:creationId xmlns:a16="http://schemas.microsoft.com/office/drawing/2014/main" id="{7D7D51CE-BB6A-E548-BFE4-315091EE825B}"/>
              </a:ext>
            </a:extLst>
          </p:cNvPr>
          <p:cNvSpPr txBox="1"/>
          <p:nvPr/>
        </p:nvSpPr>
        <p:spPr>
          <a:xfrm>
            <a:off x="4700686" y="1507860"/>
            <a:ext cx="17556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 (JSON)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07FF058C-1A44-770B-699A-FAD84F0BB7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62259" y="3568510"/>
            <a:ext cx="641289" cy="509775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DA38EAE7-6C33-11B7-E6A0-B58DA3CCA933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>
            <a:off x="4700687" y="1395126"/>
            <a:ext cx="3" cy="6224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220A921E-3BED-CF0C-A6C8-5CD5F4DF1141}"/>
              </a:ext>
            </a:extLst>
          </p:cNvPr>
          <p:cNvSpPr txBox="1"/>
          <p:nvPr/>
        </p:nvSpPr>
        <p:spPr>
          <a:xfrm>
            <a:off x="2184105" y="1933619"/>
            <a:ext cx="2076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Raw + processed data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6F35D384-14C9-9240-4218-473451B1D645}"/>
              </a:ext>
            </a:extLst>
          </p:cNvPr>
          <p:cNvSpPr txBox="1"/>
          <p:nvPr/>
        </p:nvSpPr>
        <p:spPr>
          <a:xfrm>
            <a:off x="5140416" y="1944908"/>
            <a:ext cx="21318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Processed job data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11355667-9E18-D083-460B-4CFD7B8F0CD5}"/>
              </a:ext>
            </a:extLst>
          </p:cNvPr>
          <p:cNvSpPr txBox="1"/>
          <p:nvPr/>
        </p:nvSpPr>
        <p:spPr>
          <a:xfrm>
            <a:off x="1564585" y="1271270"/>
            <a:ext cx="79931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Data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Archive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(JSON)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35AC9762-5AB8-847D-E042-C929950FA8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95022" y="4110004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1D508615-F7DD-7779-19BA-0980A2B8775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6383" y="3552235"/>
            <a:ext cx="690489" cy="509775"/>
          </a:xfrm>
          <a:prstGeom prst="rect">
            <a:avLst/>
          </a:prstGeom>
        </p:spPr>
      </p:pic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A247DC78-1838-A5CB-076D-DC5F07103284}"/>
              </a:ext>
            </a:extLst>
          </p:cNvPr>
          <p:cNvCxnSpPr>
            <a:stCxn id="661" idx="3"/>
            <a:endCxn id="715" idx="1"/>
          </p:cNvCxnSpPr>
          <p:nvPr/>
        </p:nvCxnSpPr>
        <p:spPr>
          <a:xfrm flipV="1">
            <a:off x="4303548" y="3807123"/>
            <a:ext cx="1602835" cy="16275"/>
          </a:xfrm>
          <a:prstGeom prst="straightConnector1">
            <a:avLst/>
          </a:prstGeom>
          <a:ln w="19050">
            <a:prstDash val="solid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21" name="Picture 720">
            <a:extLst>
              <a:ext uri="{FF2B5EF4-FFF2-40B4-BE49-F238E27FC236}">
                <a16:creationId xmlns:a16="http://schemas.microsoft.com/office/drawing/2014/main" id="{690CBB62-758B-2BC9-70D3-8F63BD4138C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70739" y="4122559"/>
            <a:ext cx="268468" cy="299468"/>
          </a:xfrm>
          <a:prstGeom prst="rect">
            <a:avLst/>
          </a:prstGeom>
        </p:spPr>
      </p:pic>
      <p:pic>
        <p:nvPicPr>
          <p:cNvPr id="723" name="Picture 722">
            <a:extLst>
              <a:ext uri="{FF2B5EF4-FFF2-40B4-BE49-F238E27FC236}">
                <a16:creationId xmlns:a16="http://schemas.microsoft.com/office/drawing/2014/main" id="{0AC96730-7A28-4752-CA99-E58F565EFE8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68780" y="3253164"/>
            <a:ext cx="300157" cy="307778"/>
          </a:xfrm>
          <a:prstGeom prst="rect">
            <a:avLst/>
          </a:prstGeom>
        </p:spPr>
      </p:pic>
      <p:pic>
        <p:nvPicPr>
          <p:cNvPr id="725" name="Picture 724">
            <a:extLst>
              <a:ext uri="{FF2B5EF4-FFF2-40B4-BE49-F238E27FC236}">
                <a16:creationId xmlns:a16="http://schemas.microsoft.com/office/drawing/2014/main" id="{FB64D3D1-413D-52A3-5DA2-B490982608E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65949" y="3707967"/>
            <a:ext cx="305821" cy="263412"/>
          </a:xfrm>
          <a:prstGeom prst="rect">
            <a:avLst/>
          </a:prstGeom>
        </p:spPr>
      </p:pic>
      <p:cxnSp>
        <p:nvCxnSpPr>
          <p:cNvPr id="727" name="Straight Arrow Connector 726">
            <a:extLst>
              <a:ext uri="{FF2B5EF4-FFF2-40B4-BE49-F238E27FC236}">
                <a16:creationId xmlns:a16="http://schemas.microsoft.com/office/drawing/2014/main" id="{53619467-1B8B-23F0-54A3-86287FE183B8}"/>
              </a:ext>
            </a:extLst>
          </p:cNvPr>
          <p:cNvCxnSpPr>
            <a:stCxn id="661" idx="1"/>
            <a:endCxn id="723" idx="3"/>
          </p:cNvCxnSpPr>
          <p:nvPr/>
        </p:nvCxnSpPr>
        <p:spPr>
          <a:xfrm flipH="1" flipV="1">
            <a:off x="2968937" y="3407053"/>
            <a:ext cx="693322" cy="41634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Arrow Connector 727">
            <a:extLst>
              <a:ext uri="{FF2B5EF4-FFF2-40B4-BE49-F238E27FC236}">
                <a16:creationId xmlns:a16="http://schemas.microsoft.com/office/drawing/2014/main" id="{94E5BC87-C648-21B8-3792-380F77D3D9B9}"/>
              </a:ext>
            </a:extLst>
          </p:cNvPr>
          <p:cNvCxnSpPr>
            <a:cxnSpLocks/>
            <a:stCxn id="661" idx="1"/>
            <a:endCxn id="725" idx="3"/>
          </p:cNvCxnSpPr>
          <p:nvPr/>
        </p:nvCxnSpPr>
        <p:spPr>
          <a:xfrm flipH="1">
            <a:off x="2971770" y="3823398"/>
            <a:ext cx="690489" cy="1627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Arrow Connector 728">
            <a:extLst>
              <a:ext uri="{FF2B5EF4-FFF2-40B4-BE49-F238E27FC236}">
                <a16:creationId xmlns:a16="http://schemas.microsoft.com/office/drawing/2014/main" id="{6E46181C-2FE8-4E34-2ABB-17A3297CCE1B}"/>
              </a:ext>
            </a:extLst>
          </p:cNvPr>
          <p:cNvCxnSpPr>
            <a:cxnSpLocks/>
            <a:stCxn id="661" idx="1"/>
            <a:endCxn id="721" idx="3"/>
          </p:cNvCxnSpPr>
          <p:nvPr/>
        </p:nvCxnSpPr>
        <p:spPr>
          <a:xfrm flipH="1">
            <a:off x="2939207" y="3823398"/>
            <a:ext cx="723052" cy="44889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Arrow Connector 756">
            <a:extLst>
              <a:ext uri="{FF2B5EF4-FFF2-40B4-BE49-F238E27FC236}">
                <a16:creationId xmlns:a16="http://schemas.microsoft.com/office/drawing/2014/main" id="{2260DACB-E59B-1BD8-43F9-0A3098A4B1B4}"/>
              </a:ext>
            </a:extLst>
          </p:cNvPr>
          <p:cNvCxnSpPr>
            <a:cxnSpLocks/>
            <a:stCxn id="11" idx="3"/>
            <a:endCxn id="44" idx="1"/>
          </p:cNvCxnSpPr>
          <p:nvPr/>
        </p:nvCxnSpPr>
        <p:spPr>
          <a:xfrm>
            <a:off x="5129902" y="2229134"/>
            <a:ext cx="2314480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29F841-F7C4-39BB-E88B-CF0626736FA0}"/>
              </a:ext>
            </a:extLst>
          </p:cNvPr>
          <p:cNvSpPr txBox="1"/>
          <p:nvPr/>
        </p:nvSpPr>
        <p:spPr>
          <a:xfrm>
            <a:off x="4279454" y="3515621"/>
            <a:ext cx="1626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41D5D3-B3F8-6607-2DE3-689101A959A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06885" y="3540878"/>
            <a:ext cx="437687" cy="597589"/>
          </a:xfrm>
          <a:prstGeom prst="rect">
            <a:avLst/>
          </a:prstGeom>
        </p:spPr>
      </p:pic>
      <p:sp>
        <p:nvSpPr>
          <p:cNvPr id="37" name="Left Brace 36">
            <a:extLst>
              <a:ext uri="{FF2B5EF4-FFF2-40B4-BE49-F238E27FC236}">
                <a16:creationId xmlns:a16="http://schemas.microsoft.com/office/drawing/2014/main" id="{B1286058-816B-B65D-F947-CD976A3C30CA}"/>
              </a:ext>
            </a:extLst>
          </p:cNvPr>
          <p:cNvSpPr/>
          <p:nvPr/>
        </p:nvSpPr>
        <p:spPr>
          <a:xfrm>
            <a:off x="2144572" y="3248270"/>
            <a:ext cx="462826" cy="1160873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17D947-891A-BA7B-AB6F-E8AB3BAA2B62}"/>
              </a:ext>
            </a:extLst>
          </p:cNvPr>
          <p:cNvCxnSpPr>
            <a:cxnSpLocks/>
            <a:stCxn id="11" idx="1"/>
            <a:endCxn id="46" idx="3"/>
          </p:cNvCxnSpPr>
          <p:nvPr/>
        </p:nvCxnSpPr>
        <p:spPr>
          <a:xfrm flipH="1">
            <a:off x="2178618" y="2229134"/>
            <a:ext cx="2092860" cy="147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C5475C9-830D-D321-00E6-236F038CF088}"/>
              </a:ext>
            </a:extLst>
          </p:cNvPr>
          <p:cNvCxnSpPr>
            <a:stCxn id="715" idx="3"/>
            <a:endCxn id="44" idx="2"/>
          </p:cNvCxnSpPr>
          <p:nvPr/>
        </p:nvCxnSpPr>
        <p:spPr>
          <a:xfrm flipV="1">
            <a:off x="6596872" y="2441901"/>
            <a:ext cx="1084176" cy="1365222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1B20CA4-062A-C0D9-CA7B-D7D3E29C9972}"/>
              </a:ext>
            </a:extLst>
          </p:cNvPr>
          <p:cNvSpPr/>
          <p:nvPr/>
        </p:nvSpPr>
        <p:spPr>
          <a:xfrm>
            <a:off x="1074532" y="749512"/>
            <a:ext cx="5980318" cy="1903811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D7693D-30AC-7B09-48A7-3238EA5C6CB7}"/>
              </a:ext>
            </a:extLst>
          </p:cNvPr>
          <p:cNvSpPr/>
          <p:nvPr/>
        </p:nvSpPr>
        <p:spPr>
          <a:xfrm>
            <a:off x="1074530" y="3046517"/>
            <a:ext cx="5980317" cy="1606499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6F168-5B4B-E39E-0A23-4DE5C0FCB69D}"/>
              </a:ext>
            </a:extLst>
          </p:cNvPr>
          <p:cNvSpPr txBox="1"/>
          <p:nvPr/>
        </p:nvSpPr>
        <p:spPr>
          <a:xfrm>
            <a:off x="1074531" y="749512"/>
            <a:ext cx="91440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Ingestion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4082A1-593C-B160-4449-6305DC10DA77}"/>
              </a:ext>
            </a:extLst>
          </p:cNvPr>
          <p:cNvSpPr txBox="1"/>
          <p:nvPr/>
        </p:nvSpPr>
        <p:spPr>
          <a:xfrm>
            <a:off x="1084407" y="3046516"/>
            <a:ext cx="891051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Runtime</a:t>
            </a:r>
          </a:p>
        </p:txBody>
      </p:sp>
      <p:pic>
        <p:nvPicPr>
          <p:cNvPr id="2" name="Picture 1" descr="File:PostgreSQL logo.3colors.540x557.png">
            <a:extLst>
              <a:ext uri="{FF2B5EF4-FFF2-40B4-BE49-F238E27FC236}">
                <a16:creationId xmlns:a16="http://schemas.microsoft.com/office/drawing/2014/main" id="{1DDD42E8-14EE-E62B-0B2E-C5C00F50B77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50037" y="1701417"/>
            <a:ext cx="274086" cy="2827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491A15-024F-79E0-69DD-445DCED9C51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54255" y="4094561"/>
            <a:ext cx="857296" cy="1573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5EC19C66-44B2-A0A6-17A2-02250407A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97D37C-C17D-40DC-A22D-59CE8DD0ADE4}"/>
              </a:ext>
            </a:extLst>
          </p:cNvPr>
          <p:cNvSpPr/>
          <p:nvPr/>
        </p:nvSpPr>
        <p:spPr>
          <a:xfrm>
            <a:off x="546653" y="515898"/>
            <a:ext cx="7827064" cy="422009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87AABF-7BDD-3D5B-9915-9B3131A35293}"/>
              </a:ext>
            </a:extLst>
          </p:cNvPr>
          <p:cNvSpPr/>
          <p:nvPr/>
        </p:nvSpPr>
        <p:spPr>
          <a:xfrm>
            <a:off x="915948" y="3488729"/>
            <a:ext cx="7353124" cy="1174397"/>
          </a:xfrm>
          <a:prstGeom prst="rect">
            <a:avLst/>
          </a:prstGeom>
          <a:solidFill>
            <a:srgbClr val="00B05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3DB2E5-F5AD-9248-7AD3-DA6F418696E4}"/>
              </a:ext>
            </a:extLst>
          </p:cNvPr>
          <p:cNvSpPr/>
          <p:nvPr/>
        </p:nvSpPr>
        <p:spPr>
          <a:xfrm>
            <a:off x="915948" y="2077894"/>
            <a:ext cx="7353124" cy="1174397"/>
          </a:xfrm>
          <a:prstGeom prst="rect">
            <a:avLst/>
          </a:prstGeom>
          <a:solidFill>
            <a:srgbClr val="FFFF0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D99FF4-8212-DAB9-2372-6F7EDCEF3727}"/>
              </a:ext>
            </a:extLst>
          </p:cNvPr>
          <p:cNvSpPr/>
          <p:nvPr/>
        </p:nvSpPr>
        <p:spPr>
          <a:xfrm>
            <a:off x="915950" y="664297"/>
            <a:ext cx="7354956" cy="1174397"/>
          </a:xfrm>
          <a:prstGeom prst="rect">
            <a:avLst/>
          </a:prstGeom>
          <a:solidFill>
            <a:schemeClr val="tx2">
              <a:lumMod val="75000"/>
              <a:alpha val="6000"/>
            </a:scheme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F507A431-3C08-473B-C965-5E29A3EFE2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Ingestion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48E9993E-0C9C-AD83-8F48-BDED9E912DC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ED5E245-59AD-8853-F54D-F34696F0C4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47E348C-E630-4A57-F157-481CD280B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3857" y="3896776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971FE9C-9C52-62DA-37C3-7A393C6451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692" y="1031743"/>
            <a:ext cx="393496" cy="452741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B55CA858-D422-DD00-058F-6D5062AE8A07}"/>
              </a:ext>
            </a:extLst>
          </p:cNvPr>
          <p:cNvCxnSpPr>
            <a:cxnSpLocks/>
            <a:stCxn id="58" idx="3"/>
            <a:endCxn id="584" idx="1"/>
          </p:cNvCxnSpPr>
          <p:nvPr/>
        </p:nvCxnSpPr>
        <p:spPr>
          <a:xfrm flipV="1">
            <a:off x="1574263" y="1254791"/>
            <a:ext cx="266930" cy="18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A448E902-E18B-7259-446C-1044F482FCC6}"/>
              </a:ext>
            </a:extLst>
          </p:cNvPr>
          <p:cNvCxnSpPr>
            <a:cxnSpLocks/>
            <a:stCxn id="46" idx="2"/>
            <a:endCxn id="615" idx="3"/>
          </p:cNvCxnSpPr>
          <p:nvPr/>
        </p:nvCxnSpPr>
        <p:spPr>
          <a:xfrm rot="5400000">
            <a:off x="4893563" y="1515637"/>
            <a:ext cx="1188031" cy="1125724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E73B30B-30AC-9627-4CBB-5190ADF9A0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060" y="2448049"/>
            <a:ext cx="393496" cy="4527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0F836C-3BAC-F8B6-9D77-22266462D29D}"/>
              </a:ext>
            </a:extLst>
          </p:cNvPr>
          <p:cNvSpPr txBox="1"/>
          <p:nvPr/>
        </p:nvSpPr>
        <p:spPr>
          <a:xfrm rot="16200000">
            <a:off x="271009" y="1103117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Extract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019352-08BE-F2D2-EDDA-CC8575E806EB}"/>
              </a:ext>
            </a:extLst>
          </p:cNvPr>
          <p:cNvSpPr txBox="1"/>
          <p:nvPr/>
        </p:nvSpPr>
        <p:spPr>
          <a:xfrm rot="16200000">
            <a:off x="277922" y="2515925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Transform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437FD0-9C11-A30E-2E3F-BFE788934BAD}"/>
              </a:ext>
            </a:extLst>
          </p:cNvPr>
          <p:cNvSpPr txBox="1"/>
          <p:nvPr/>
        </p:nvSpPr>
        <p:spPr>
          <a:xfrm rot="16200000">
            <a:off x="272999" y="3924769"/>
            <a:ext cx="1179859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Load</a:t>
            </a:r>
          </a:p>
        </p:txBody>
      </p:sp>
      <p:pic>
        <p:nvPicPr>
          <p:cNvPr id="25" name="Picture 24" descr="File:PostgreSQL logo.3colors.540x557.png">
            <a:extLst>
              <a:ext uri="{FF2B5EF4-FFF2-40B4-BE49-F238E27FC236}">
                <a16:creationId xmlns:a16="http://schemas.microsoft.com/office/drawing/2014/main" id="{C1BAF5E8-F08F-4DC6-F6D0-652EC26F92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3065" y="3599995"/>
            <a:ext cx="266622" cy="275016"/>
          </a:xfrm>
          <a:prstGeom prst="rect">
            <a:avLst/>
          </a:prstGeom>
        </p:spPr>
      </p:pic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A1544F6-58E8-7006-27B2-97E819A5EED7}"/>
              </a:ext>
            </a:extLst>
          </p:cNvPr>
          <p:cNvCxnSpPr>
            <a:cxnSpLocks/>
            <a:stCxn id="24" idx="2"/>
            <a:endCxn id="646" idx="1"/>
          </p:cNvCxnSpPr>
          <p:nvPr/>
        </p:nvCxnSpPr>
        <p:spPr>
          <a:xfrm rot="16200000" flipH="1">
            <a:off x="1734385" y="2660213"/>
            <a:ext cx="1207563" cy="1688716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CC821966-7098-1CCC-5471-E9F4E64779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6814" y="1077885"/>
            <a:ext cx="357449" cy="357449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Rectangle: Rounded Corners 583">
            <a:extLst>
              <a:ext uri="{FF2B5EF4-FFF2-40B4-BE49-F238E27FC236}">
                <a16:creationId xmlns:a16="http://schemas.microsoft.com/office/drawing/2014/main" id="{BE78CD90-E400-E30D-5DA2-1D6E568B3A6B}"/>
              </a:ext>
            </a:extLst>
          </p:cNvPr>
          <p:cNvSpPr/>
          <p:nvPr/>
        </p:nvSpPr>
        <p:spPr>
          <a:xfrm>
            <a:off x="1841193" y="877821"/>
            <a:ext cx="1074401" cy="75394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Search pages</a:t>
            </a:r>
          </a:p>
        </p:txBody>
      </p:sp>
      <p:sp>
        <p:nvSpPr>
          <p:cNvPr id="586" name="Rectangle: Rounded Corners 585">
            <a:extLst>
              <a:ext uri="{FF2B5EF4-FFF2-40B4-BE49-F238E27FC236}">
                <a16:creationId xmlns:a16="http://schemas.microsoft.com/office/drawing/2014/main" id="{B0759ABA-32FB-787A-3BB7-5D5F72605966}"/>
              </a:ext>
            </a:extLst>
          </p:cNvPr>
          <p:cNvSpPr/>
          <p:nvPr/>
        </p:nvSpPr>
        <p:spPr>
          <a:xfrm>
            <a:off x="3182524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Deduplicate </a:t>
            </a:r>
          </a:p>
        </p:txBody>
      </p:sp>
      <p:cxnSp>
        <p:nvCxnSpPr>
          <p:cNvPr id="589" name="Straight Arrow Connector 588">
            <a:extLst>
              <a:ext uri="{FF2B5EF4-FFF2-40B4-BE49-F238E27FC236}">
                <a16:creationId xmlns:a16="http://schemas.microsoft.com/office/drawing/2014/main" id="{3E5399C2-9116-5725-12F8-314ECC68B921}"/>
              </a:ext>
            </a:extLst>
          </p:cNvPr>
          <p:cNvCxnSpPr>
            <a:cxnSpLocks/>
            <a:stCxn id="584" idx="3"/>
            <a:endCxn id="586" idx="1"/>
          </p:cNvCxnSpPr>
          <p:nvPr/>
        </p:nvCxnSpPr>
        <p:spPr>
          <a:xfrm>
            <a:off x="2915594" y="1254791"/>
            <a:ext cx="26693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6" name="Rectangle: Rounded Corners 595">
            <a:extLst>
              <a:ext uri="{FF2B5EF4-FFF2-40B4-BE49-F238E27FC236}">
                <a16:creationId xmlns:a16="http://schemas.microsoft.com/office/drawing/2014/main" id="{32688380-D69F-5BCA-A6B4-A1EC9374DEB9}"/>
              </a:ext>
            </a:extLst>
          </p:cNvPr>
          <p:cNvSpPr/>
          <p:nvPr/>
        </p:nvSpPr>
        <p:spPr>
          <a:xfrm>
            <a:off x="4518108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Retrieve details </a:t>
            </a:r>
          </a:p>
        </p:txBody>
      </p:sp>
      <p:cxnSp>
        <p:nvCxnSpPr>
          <p:cNvPr id="597" name="Straight Arrow Connector 596">
            <a:extLst>
              <a:ext uri="{FF2B5EF4-FFF2-40B4-BE49-F238E27FC236}">
                <a16:creationId xmlns:a16="http://schemas.microsoft.com/office/drawing/2014/main" id="{DD76276A-2DDC-4284-3A04-5C5DA8C40FDF}"/>
              </a:ext>
            </a:extLst>
          </p:cNvPr>
          <p:cNvCxnSpPr>
            <a:cxnSpLocks/>
            <a:stCxn id="586" idx="3"/>
            <a:endCxn id="596" idx="1"/>
          </p:cNvCxnSpPr>
          <p:nvPr/>
        </p:nvCxnSpPr>
        <p:spPr>
          <a:xfrm>
            <a:off x="4256925" y="1254791"/>
            <a:ext cx="2611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02" name="Straight Arrow Connector 601">
            <a:extLst>
              <a:ext uri="{FF2B5EF4-FFF2-40B4-BE49-F238E27FC236}">
                <a16:creationId xmlns:a16="http://schemas.microsoft.com/office/drawing/2014/main" id="{D802E682-B53F-8E4E-E917-337C3359B7F8}"/>
              </a:ext>
            </a:extLst>
          </p:cNvPr>
          <p:cNvCxnSpPr>
            <a:cxnSpLocks/>
            <a:stCxn id="596" idx="3"/>
            <a:endCxn id="46" idx="1"/>
          </p:cNvCxnSpPr>
          <p:nvPr/>
        </p:nvCxnSpPr>
        <p:spPr>
          <a:xfrm>
            <a:off x="5592509" y="1254791"/>
            <a:ext cx="261183" cy="332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13" name="Rectangle: Rounded Corners 612">
            <a:extLst>
              <a:ext uri="{FF2B5EF4-FFF2-40B4-BE49-F238E27FC236}">
                <a16:creationId xmlns:a16="http://schemas.microsoft.com/office/drawing/2014/main" id="{D32BFF97-8A79-87EE-716F-28D14EC69828}"/>
              </a:ext>
            </a:extLst>
          </p:cNvPr>
          <p:cNvSpPr/>
          <p:nvPr/>
        </p:nvSpPr>
        <p:spPr>
          <a:xfrm>
            <a:off x="2506053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Geocode missing coordinates </a:t>
            </a:r>
          </a:p>
        </p:txBody>
      </p:sp>
      <p:sp>
        <p:nvSpPr>
          <p:cNvPr id="615" name="Rectangle: Rounded Corners 614">
            <a:extLst>
              <a:ext uri="{FF2B5EF4-FFF2-40B4-BE49-F238E27FC236}">
                <a16:creationId xmlns:a16="http://schemas.microsoft.com/office/drawing/2014/main" id="{7DFE8153-B517-60EF-9FC9-DE43EFCB6005}"/>
              </a:ext>
            </a:extLst>
          </p:cNvPr>
          <p:cNvSpPr/>
          <p:nvPr/>
        </p:nvSpPr>
        <p:spPr>
          <a:xfrm>
            <a:off x="3850315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Convert to internal schema</a:t>
            </a:r>
          </a:p>
        </p:txBody>
      </p:sp>
      <p:cxnSp>
        <p:nvCxnSpPr>
          <p:cNvPr id="623" name="Straight Arrow Connector 622">
            <a:extLst>
              <a:ext uri="{FF2B5EF4-FFF2-40B4-BE49-F238E27FC236}">
                <a16:creationId xmlns:a16="http://schemas.microsoft.com/office/drawing/2014/main" id="{5D395E18-4581-9793-4CDF-62B6621BE0CE}"/>
              </a:ext>
            </a:extLst>
          </p:cNvPr>
          <p:cNvCxnSpPr>
            <a:cxnSpLocks/>
            <a:stCxn id="615" idx="1"/>
            <a:endCxn id="613" idx="3"/>
          </p:cNvCxnSpPr>
          <p:nvPr/>
        </p:nvCxnSpPr>
        <p:spPr>
          <a:xfrm flipH="1">
            <a:off x="3580454" y="2672515"/>
            <a:ext cx="26986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6C55DF61-3240-4D37-F1C1-C496222FA367}"/>
              </a:ext>
            </a:extLst>
          </p:cNvPr>
          <p:cNvCxnSpPr>
            <a:cxnSpLocks/>
            <a:stCxn id="613" idx="1"/>
            <a:endCxn id="24" idx="3"/>
          </p:cNvCxnSpPr>
          <p:nvPr/>
        </p:nvCxnSpPr>
        <p:spPr>
          <a:xfrm flipH="1">
            <a:off x="1690556" y="2672515"/>
            <a:ext cx="815497" cy="19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46" name="Rectangle: Rounded Corners 645">
            <a:extLst>
              <a:ext uri="{FF2B5EF4-FFF2-40B4-BE49-F238E27FC236}">
                <a16:creationId xmlns:a16="http://schemas.microsoft.com/office/drawing/2014/main" id="{FAC9641B-898E-685A-51E9-A1BF9DD6284F}"/>
              </a:ext>
            </a:extLst>
          </p:cNvPr>
          <p:cNvSpPr/>
          <p:nvPr/>
        </p:nvSpPr>
        <p:spPr>
          <a:xfrm>
            <a:off x="3182524" y="3737503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or update database records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6F6B7538-04AE-7A7E-4B93-029BE0A67469}"/>
              </a:ext>
            </a:extLst>
          </p:cNvPr>
          <p:cNvSpPr/>
          <p:nvPr/>
        </p:nvSpPr>
        <p:spPr>
          <a:xfrm>
            <a:off x="6450797" y="2079853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data/processed/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</a:t>
            </a:r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clean-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jobs.json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E57FDD88-1AA5-BE87-F562-464E2B16FA5D}"/>
              </a:ext>
            </a:extLst>
          </p:cNvPr>
          <p:cNvSpPr/>
          <p:nvPr/>
        </p:nvSpPr>
        <p:spPr>
          <a:xfrm>
            <a:off x="6450797" y="659574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data/raw/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details.json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job-details-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f.json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└───search-results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└───data-engineer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page-001.json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page-002.json</a:t>
            </a:r>
            <a:endParaRPr lang="en-US" sz="800" dirty="0"/>
          </a:p>
        </p:txBody>
      </p:sp>
      <p:cxnSp>
        <p:nvCxnSpPr>
          <p:cNvPr id="693" name="Straight Arrow Connector 692">
            <a:extLst>
              <a:ext uri="{FF2B5EF4-FFF2-40B4-BE49-F238E27FC236}">
                <a16:creationId xmlns:a16="http://schemas.microsoft.com/office/drawing/2014/main" id="{0EF52BA8-C289-7336-A68A-33F03BDB8964}"/>
              </a:ext>
            </a:extLst>
          </p:cNvPr>
          <p:cNvCxnSpPr>
            <a:cxnSpLocks/>
            <a:stCxn id="646" idx="3"/>
            <a:endCxn id="44" idx="1"/>
          </p:cNvCxnSpPr>
          <p:nvPr/>
        </p:nvCxnSpPr>
        <p:spPr>
          <a:xfrm>
            <a:off x="4256925" y="4108353"/>
            <a:ext cx="15169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861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C3F06FF1-9335-468A-8DC9-1BB93412A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CA2773C-7D4B-D084-3045-7AB34BC7C5F1}"/>
              </a:ext>
            </a:extLst>
          </p:cNvPr>
          <p:cNvSpPr/>
          <p:nvPr/>
        </p:nvSpPr>
        <p:spPr>
          <a:xfrm>
            <a:off x="874644" y="675593"/>
            <a:ext cx="7400676" cy="408891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4" name="TextBox 623">
            <a:extLst>
              <a:ext uri="{FF2B5EF4-FFF2-40B4-BE49-F238E27FC236}">
                <a16:creationId xmlns:a16="http://schemas.microsoft.com/office/drawing/2014/main" id="{68B56A9A-9D78-9898-6DC1-F2F1390C3A52}"/>
              </a:ext>
            </a:extLst>
          </p:cNvPr>
          <p:cNvSpPr txBox="1"/>
          <p:nvPr/>
        </p:nvSpPr>
        <p:spPr>
          <a:xfrm>
            <a:off x="4326689" y="1046275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read</a:t>
            </a:r>
          </a:p>
        </p:txBody>
      </p:sp>
      <p:cxnSp>
        <p:nvCxnSpPr>
          <p:cNvPr id="583" name="Connector: Elbow 582">
            <a:extLst>
              <a:ext uri="{FF2B5EF4-FFF2-40B4-BE49-F238E27FC236}">
                <a16:creationId xmlns:a16="http://schemas.microsoft.com/office/drawing/2014/main" id="{AA65BEAE-F6D5-3100-D350-CD15E2BCCD5F}"/>
              </a:ext>
            </a:extLst>
          </p:cNvPr>
          <p:cNvCxnSpPr>
            <a:cxnSpLocks/>
            <a:stCxn id="32" idx="0"/>
            <a:endCxn id="601" idx="2"/>
          </p:cNvCxnSpPr>
          <p:nvPr/>
        </p:nvCxnSpPr>
        <p:spPr>
          <a:xfrm rot="5400000" flipH="1" flipV="1">
            <a:off x="5058668" y="1354151"/>
            <a:ext cx="571787" cy="1422315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FF0F72C-42EA-89B7-6496-D13A3CF51C7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Docker Deployment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74C666D9-CE60-B65C-0A76-4855F59F3AE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68D65FD-5CC9-5972-29F5-93C8AE5B5C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B8E40B2-7EB3-9C26-FD10-E109D6FA6A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6109" y="1154443"/>
            <a:ext cx="345703" cy="309055"/>
          </a:xfrm>
          <a:prstGeom prst="rect">
            <a:avLst/>
          </a:prstGeom>
        </p:spPr>
      </p:pic>
      <p:pic>
        <p:nvPicPr>
          <p:cNvPr id="661" name="Picture 660">
            <a:extLst>
              <a:ext uri="{FF2B5EF4-FFF2-40B4-BE49-F238E27FC236}">
                <a16:creationId xmlns:a16="http://schemas.microsoft.com/office/drawing/2014/main" id="{FC8DB018-09C3-8239-F2EC-5B6D13452E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2600" y="1154444"/>
            <a:ext cx="399024" cy="317193"/>
          </a:xfrm>
          <a:prstGeom prst="rect">
            <a:avLst/>
          </a:prstGeom>
        </p:spPr>
      </p:pic>
      <p:cxnSp>
        <p:nvCxnSpPr>
          <p:cNvPr id="666" name="Connector: Elbow 665">
            <a:extLst>
              <a:ext uri="{FF2B5EF4-FFF2-40B4-BE49-F238E27FC236}">
                <a16:creationId xmlns:a16="http://schemas.microsoft.com/office/drawing/2014/main" id="{A1A69FD4-93A3-D7D5-B457-DAE78C272D39}"/>
              </a:ext>
            </a:extLst>
          </p:cNvPr>
          <p:cNvCxnSpPr>
            <a:cxnSpLocks/>
            <a:stCxn id="28" idx="0"/>
            <a:endCxn id="57" idx="2"/>
          </p:cNvCxnSpPr>
          <p:nvPr/>
        </p:nvCxnSpPr>
        <p:spPr>
          <a:xfrm rot="16200000" flipV="1">
            <a:off x="2248130" y="1291396"/>
            <a:ext cx="581689" cy="155141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750FBAB4-F377-148C-C8ED-F4EFC72429E5}"/>
              </a:ext>
            </a:extLst>
          </p:cNvPr>
          <p:cNvSpPr txBox="1"/>
          <p:nvPr/>
        </p:nvSpPr>
        <p:spPr>
          <a:xfrm>
            <a:off x="2969502" y="2353946"/>
            <a:ext cx="2003550" cy="3077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~# docker compose up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E2C8CE04-7F46-7854-8DD2-9E2F4FDE6A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0433" y="994344"/>
            <a:ext cx="575868" cy="106267"/>
          </a:xfrm>
          <a:prstGeom prst="rect">
            <a:avLst/>
          </a:prstGeom>
        </p:spPr>
      </p:pic>
      <p:cxnSp>
        <p:nvCxnSpPr>
          <p:cNvPr id="762" name="Straight Arrow Connector 761">
            <a:extLst>
              <a:ext uri="{FF2B5EF4-FFF2-40B4-BE49-F238E27FC236}">
                <a16:creationId xmlns:a16="http://schemas.microsoft.com/office/drawing/2014/main" id="{4EBDB629-1BDF-4AC1-A071-93B3FBAA22FA}"/>
              </a:ext>
            </a:extLst>
          </p:cNvPr>
          <p:cNvCxnSpPr>
            <a:cxnSpLocks/>
            <a:stCxn id="715" idx="3"/>
            <a:endCxn id="44" idx="1"/>
          </p:cNvCxnSpPr>
          <p:nvPr/>
        </p:nvCxnSpPr>
        <p:spPr>
          <a:xfrm flipV="1">
            <a:off x="4191024" y="1308971"/>
            <a:ext cx="1695085" cy="4743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4B3D84A-4293-8209-129A-80B3E91C77E5}"/>
              </a:ext>
            </a:extLst>
          </p:cNvPr>
          <p:cNvSpPr txBox="1"/>
          <p:nvPr/>
        </p:nvSpPr>
        <p:spPr>
          <a:xfrm>
            <a:off x="3145281" y="1463566"/>
            <a:ext cx="16575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:8000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AFAC4C-49B1-A0AE-E643-7EF3AEA327D1}"/>
              </a:ext>
            </a:extLst>
          </p:cNvPr>
          <p:cNvSpPr txBox="1"/>
          <p:nvPr/>
        </p:nvSpPr>
        <p:spPr>
          <a:xfrm>
            <a:off x="977755" y="1468484"/>
            <a:ext cx="15710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frontend </a:t>
            </a:r>
            <a:r>
              <a:rPr lang="en-US" dirty="0">
                <a:solidFill>
                  <a:srgbClr val="0000EE"/>
                </a:solidFill>
              </a:rPr>
              <a:t>:8050</a:t>
            </a:r>
          </a:p>
        </p:txBody>
      </p:sp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9B9F599F-C7DC-99EF-7460-99502CCFE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1279" y="933320"/>
            <a:ext cx="197063" cy="2032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FEA6A4D-8BC0-0F25-F3AB-145D9EE091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4611" y="3358306"/>
            <a:ext cx="762608" cy="295892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5A434ED-2CB1-45C4-D6B1-109A31533D38}"/>
              </a:ext>
            </a:extLst>
          </p:cNvPr>
          <p:cNvCxnSpPr>
            <a:cxnSpLocks/>
            <a:stCxn id="670" idx="0"/>
            <a:endCxn id="52" idx="2"/>
          </p:cNvCxnSpPr>
          <p:nvPr/>
        </p:nvCxnSpPr>
        <p:spPr>
          <a:xfrm flipV="1">
            <a:off x="3971277" y="1771343"/>
            <a:ext cx="2767" cy="582603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15" name="Picture 714">
            <a:extLst>
              <a:ext uri="{FF2B5EF4-FFF2-40B4-BE49-F238E27FC236}">
                <a16:creationId xmlns:a16="http://schemas.microsoft.com/office/drawing/2014/main" id="{4FBDB149-06FD-1AD3-88B9-D3C5FE3E2C8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1387" y="1155117"/>
            <a:ext cx="429637" cy="3171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6B9BFE-EEDA-540F-C48E-13A34C225DF0}"/>
              </a:ext>
            </a:extLst>
          </p:cNvPr>
          <p:cNvSpPr txBox="1"/>
          <p:nvPr/>
        </p:nvSpPr>
        <p:spPr>
          <a:xfrm>
            <a:off x="2149833" y="1036046"/>
            <a:ext cx="14803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7C3EA80D-BAFC-45EB-DD68-0ABB35C1B486}"/>
              </a:ext>
            </a:extLst>
          </p:cNvPr>
          <p:cNvCxnSpPr>
            <a:cxnSpLocks/>
            <a:stCxn id="661" idx="3"/>
            <a:endCxn id="715" idx="1"/>
          </p:cNvCxnSpPr>
          <p:nvPr/>
        </p:nvCxnSpPr>
        <p:spPr>
          <a:xfrm>
            <a:off x="1991624" y="1313041"/>
            <a:ext cx="1769763" cy="673"/>
          </a:xfrm>
          <a:prstGeom prst="straightConnector1">
            <a:avLst/>
          </a:prstGeom>
          <a:ln w="19050">
            <a:prstDash val="dash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6" name="Connector: Elbow 585">
            <a:extLst>
              <a:ext uri="{FF2B5EF4-FFF2-40B4-BE49-F238E27FC236}">
                <a16:creationId xmlns:a16="http://schemas.microsoft.com/office/drawing/2014/main" id="{730A9459-DAFD-501C-F58C-EAD654379CB2}"/>
              </a:ext>
            </a:extLst>
          </p:cNvPr>
          <p:cNvCxnSpPr>
            <a:cxnSpLocks/>
            <a:stCxn id="692" idx="3"/>
            <a:endCxn id="597" idx="2"/>
          </p:cNvCxnSpPr>
          <p:nvPr/>
        </p:nvCxnSpPr>
        <p:spPr>
          <a:xfrm flipV="1">
            <a:off x="4319971" y="3670237"/>
            <a:ext cx="3027413" cy="633376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2122F97A-8B5A-8DC9-8B4C-1E3081961900}"/>
              </a:ext>
            </a:extLst>
          </p:cNvPr>
          <p:cNvGrpSpPr/>
          <p:nvPr/>
        </p:nvGrpSpPr>
        <p:grpSpPr>
          <a:xfrm>
            <a:off x="6970360" y="3346031"/>
            <a:ext cx="754048" cy="324206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711D9070-8061-D319-A358-3D6BB64589C1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98" name="Picture 597" descr="Python (programming language) - Wikipedia">
              <a:extLst>
                <a:ext uri="{FF2B5EF4-FFF2-40B4-BE49-F238E27FC236}">
                  <a16:creationId xmlns:a16="http://schemas.microsoft.com/office/drawing/2014/main" id="{0F7A1F3D-40C7-68CE-145F-FB49238E2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601" name="TextBox 600">
            <a:extLst>
              <a:ext uri="{FF2B5EF4-FFF2-40B4-BE49-F238E27FC236}">
                <a16:creationId xmlns:a16="http://schemas.microsoft.com/office/drawing/2014/main" id="{4ADA5567-79B8-5396-CF47-ABE36BAED440}"/>
              </a:ext>
            </a:extLst>
          </p:cNvPr>
          <p:cNvSpPr txBox="1"/>
          <p:nvPr/>
        </p:nvSpPr>
        <p:spPr>
          <a:xfrm>
            <a:off x="5306090" y="1471637"/>
            <a:ext cx="14992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postgres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:5432</a:t>
            </a:r>
          </a:p>
        </p:txBody>
      </p:sp>
      <p:sp>
        <p:nvSpPr>
          <p:cNvPr id="603" name="TextBox 602">
            <a:extLst>
              <a:ext uri="{FF2B5EF4-FFF2-40B4-BE49-F238E27FC236}">
                <a16:creationId xmlns:a16="http://schemas.microsoft.com/office/drawing/2014/main" id="{A2C88963-4E5C-BFB4-7FAF-925A3E6AF2B0}"/>
              </a:ext>
            </a:extLst>
          </p:cNvPr>
          <p:cNvSpPr txBox="1"/>
          <p:nvPr/>
        </p:nvSpPr>
        <p:spPr>
          <a:xfrm>
            <a:off x="4437250" y="3052410"/>
            <a:ext cx="17816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262626"/>
                </a:solidFill>
              </a:rPr>
              <a:t>airflow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:8080</a:t>
            </a:r>
          </a:p>
        </p:txBody>
      </p:sp>
      <p:cxnSp>
        <p:nvCxnSpPr>
          <p:cNvPr id="608" name="Connector: Elbow 607">
            <a:extLst>
              <a:ext uri="{FF2B5EF4-FFF2-40B4-BE49-F238E27FC236}">
                <a16:creationId xmlns:a16="http://schemas.microsoft.com/office/drawing/2014/main" id="{8565C8D3-9B03-3EBE-49CA-10FE31FDE57D}"/>
              </a:ext>
            </a:extLst>
          </p:cNvPr>
          <p:cNvCxnSpPr>
            <a:cxnSpLocks/>
            <a:stCxn id="597" idx="0"/>
            <a:endCxn id="44" idx="3"/>
          </p:cNvCxnSpPr>
          <p:nvPr/>
        </p:nvCxnSpPr>
        <p:spPr>
          <a:xfrm rot="16200000" flipV="1">
            <a:off x="5771068" y="1769715"/>
            <a:ext cx="2037060" cy="1115572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26" name="TextBox 625">
            <a:extLst>
              <a:ext uri="{FF2B5EF4-FFF2-40B4-BE49-F238E27FC236}">
                <a16:creationId xmlns:a16="http://schemas.microsoft.com/office/drawing/2014/main" id="{17B69DE1-33EF-5E03-8326-C0CB0D86E2FD}"/>
              </a:ext>
            </a:extLst>
          </p:cNvPr>
          <p:cNvSpPr txBox="1"/>
          <p:nvPr/>
        </p:nvSpPr>
        <p:spPr>
          <a:xfrm>
            <a:off x="6005200" y="3505445"/>
            <a:ext cx="12346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D70AD31E-19CE-30A0-0DBD-362F54CBC38D}"/>
              </a:ext>
            </a:extLst>
          </p:cNvPr>
          <p:cNvSpPr txBox="1"/>
          <p:nvPr/>
        </p:nvSpPr>
        <p:spPr>
          <a:xfrm rot="5400000">
            <a:off x="6555778" y="2432294"/>
            <a:ext cx="19114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</a:p>
        </p:txBody>
      </p:sp>
      <p:pic>
        <p:nvPicPr>
          <p:cNvPr id="7" name="Picture 6" descr="Docker Icon in SVG, PNG formats">
            <a:extLst>
              <a:ext uri="{FF2B5EF4-FFF2-40B4-BE49-F238E27FC236}">
                <a16:creationId xmlns:a16="http://schemas.microsoft.com/office/drawing/2014/main" id="{E9A1FD7E-3B9E-D2B9-543C-FE37C712E0A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38587" y="1986191"/>
            <a:ext cx="247147" cy="24714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70D2196D-59E9-177A-CEE7-8001F3B670FB}"/>
              </a:ext>
            </a:extLst>
          </p:cNvPr>
          <p:cNvSpPr txBox="1"/>
          <p:nvPr/>
        </p:nvSpPr>
        <p:spPr>
          <a:xfrm>
            <a:off x="3518405" y="3851017"/>
            <a:ext cx="12745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data-update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D35E20B-C39B-0882-F9B6-EB9C6AAA42A6}"/>
              </a:ext>
            </a:extLst>
          </p:cNvPr>
          <p:cNvCxnSpPr>
            <a:cxnSpLocks/>
            <a:stCxn id="3" idx="3"/>
            <a:endCxn id="597" idx="1"/>
          </p:cNvCxnSpPr>
          <p:nvPr/>
        </p:nvCxnSpPr>
        <p:spPr>
          <a:xfrm>
            <a:off x="5777219" y="3506252"/>
            <a:ext cx="1193141" cy="1882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859F5EC-BB3D-BA80-2986-E120FD7F83B3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4155677" y="2665726"/>
            <a:ext cx="0" cy="118529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22" name="Picture 621" descr="Docker Icon in SVG, PNG formats">
            <a:extLst>
              <a:ext uri="{FF2B5EF4-FFF2-40B4-BE49-F238E27FC236}">
                <a16:creationId xmlns:a16="http://schemas.microsoft.com/office/drawing/2014/main" id="{443B7520-6A7C-4CAD-810B-36648AB2DE9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18850" y="1819485"/>
            <a:ext cx="247147" cy="247147"/>
          </a:xfrm>
          <a:prstGeom prst="rect">
            <a:avLst/>
          </a:prstGeom>
        </p:spPr>
      </p:pic>
      <p:pic>
        <p:nvPicPr>
          <p:cNvPr id="625" name="Picture 624" descr="Docker Icon in SVG, PNG formats">
            <a:extLst>
              <a:ext uri="{FF2B5EF4-FFF2-40B4-BE49-F238E27FC236}">
                <a16:creationId xmlns:a16="http://schemas.microsoft.com/office/drawing/2014/main" id="{CC681AFC-5BDB-74C4-A89B-6BA6DF2B223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91419" y="1825159"/>
            <a:ext cx="247147" cy="247147"/>
          </a:xfrm>
          <a:prstGeom prst="rect">
            <a:avLst/>
          </a:prstGeom>
        </p:spPr>
      </p:pic>
      <p:pic>
        <p:nvPicPr>
          <p:cNvPr id="629" name="Picture 628" descr="Docker Icon in SVG, PNG formats">
            <a:extLst>
              <a:ext uri="{FF2B5EF4-FFF2-40B4-BE49-F238E27FC236}">
                <a16:creationId xmlns:a16="http://schemas.microsoft.com/office/drawing/2014/main" id="{D61E0EED-CADB-5201-BC04-88668B515DA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75718" y="2481168"/>
            <a:ext cx="247147" cy="247147"/>
          </a:xfrm>
          <a:prstGeom prst="rect">
            <a:avLst/>
          </a:prstGeom>
        </p:spPr>
      </p:pic>
      <p:pic>
        <p:nvPicPr>
          <p:cNvPr id="631" name="Picture 630" descr="Docker Icon in SVG, PNG formats">
            <a:extLst>
              <a:ext uri="{FF2B5EF4-FFF2-40B4-BE49-F238E27FC236}">
                <a16:creationId xmlns:a16="http://schemas.microsoft.com/office/drawing/2014/main" id="{5208CC7B-BFBB-DEE3-0D47-2FDC595CDAA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2985" y="2724443"/>
            <a:ext cx="247147" cy="247147"/>
          </a:xfrm>
          <a:prstGeom prst="rect">
            <a:avLst/>
          </a:prstGeom>
        </p:spPr>
      </p:pic>
      <p:sp>
        <p:nvSpPr>
          <p:cNvPr id="677" name="TextBox 676">
            <a:extLst>
              <a:ext uri="{FF2B5EF4-FFF2-40B4-BE49-F238E27FC236}">
                <a16:creationId xmlns:a16="http://schemas.microsoft.com/office/drawing/2014/main" id="{28CD5A56-BB03-18DC-CA9A-716BB92B2385}"/>
              </a:ext>
            </a:extLst>
          </p:cNvPr>
          <p:cNvSpPr txBox="1"/>
          <p:nvPr/>
        </p:nvSpPr>
        <p:spPr>
          <a:xfrm>
            <a:off x="4510132" y="4295695"/>
            <a:ext cx="30577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pic>
        <p:nvPicPr>
          <p:cNvPr id="687" name="Picture 686">
            <a:extLst>
              <a:ext uri="{FF2B5EF4-FFF2-40B4-BE49-F238E27FC236}">
                <a16:creationId xmlns:a16="http://schemas.microsoft.com/office/drawing/2014/main" id="{F8946F9C-4916-91EC-4E38-C7862814410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8727" y="4318608"/>
            <a:ext cx="244715" cy="244715"/>
          </a:xfrm>
          <a:prstGeom prst="rect">
            <a:avLst/>
          </a:prstGeom>
        </p:spPr>
      </p:pic>
      <p:grpSp>
        <p:nvGrpSpPr>
          <p:cNvPr id="604" name="Group 603">
            <a:extLst>
              <a:ext uri="{FF2B5EF4-FFF2-40B4-BE49-F238E27FC236}">
                <a16:creationId xmlns:a16="http://schemas.microsoft.com/office/drawing/2014/main" id="{539D3B95-37BB-4AEA-083F-44488733A3D3}"/>
              </a:ext>
            </a:extLst>
          </p:cNvPr>
          <p:cNvGrpSpPr/>
          <p:nvPr/>
        </p:nvGrpSpPr>
        <p:grpSpPr>
          <a:xfrm>
            <a:off x="5990033" y="3525648"/>
            <a:ext cx="429030" cy="266298"/>
            <a:chOff x="5836602" y="3526478"/>
            <a:chExt cx="429030" cy="266298"/>
          </a:xfrm>
        </p:grpSpPr>
        <p:pic>
          <p:nvPicPr>
            <p:cNvPr id="685" name="Picture 684">
              <a:extLst>
                <a:ext uri="{FF2B5EF4-FFF2-40B4-BE49-F238E27FC236}">
                  <a16:creationId xmlns:a16="http://schemas.microsoft.com/office/drawing/2014/main" id="{7AE2D7F6-CD5B-6DBA-EAA7-92EBD7C2BB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6" name="TextBox 645">
              <a:extLst>
                <a:ext uri="{FF2B5EF4-FFF2-40B4-BE49-F238E27FC236}">
                  <a16:creationId xmlns:a16="http://schemas.microsoft.com/office/drawing/2014/main" id="{0CD0BFA2-3EA8-521D-CE70-5A08FE56D997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24</a:t>
              </a:r>
              <a:r>
                <a:rPr lang="en-US" sz="3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h</a:t>
              </a:r>
            </a:p>
          </p:txBody>
        </p:sp>
      </p:grpSp>
      <p:pic>
        <p:nvPicPr>
          <p:cNvPr id="692" name="Picture 691" descr="Python (programming language) - Wikipedia">
            <a:extLst>
              <a:ext uri="{FF2B5EF4-FFF2-40B4-BE49-F238E27FC236}">
                <a16:creationId xmlns:a16="http://schemas.microsoft.com/office/drawing/2014/main" id="{48C2BA47-F3B8-8AC0-9B2A-C67BCD391E0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91383" y="4139319"/>
            <a:ext cx="328588" cy="328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Picture 694">
            <a:extLst>
              <a:ext uri="{FF2B5EF4-FFF2-40B4-BE49-F238E27FC236}">
                <a16:creationId xmlns:a16="http://schemas.microsoft.com/office/drawing/2014/main" id="{4BF7BEB4-4C12-8368-7A73-6A478C80352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7200000">
            <a:off x="7397479" y="2029436"/>
            <a:ext cx="217941" cy="2179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AD310C-A59A-B0BC-FDB7-DC88DBD2678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66806" y="955150"/>
            <a:ext cx="857296" cy="1573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1E4613-0194-BF9B-9CD5-F7AB8C1D8CA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677704" y="4201630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8ED6C7-33AE-2038-7516-1C1732411EA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82344" y="3215782"/>
            <a:ext cx="329030" cy="329030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C8D7D11-EF5E-9203-1E5A-6C4D3A324783}"/>
              </a:ext>
            </a:extLst>
          </p:cNvPr>
          <p:cNvCxnSpPr>
            <a:cxnSpLocks/>
            <a:stCxn id="670" idx="1"/>
            <a:endCxn id="18" idx="0"/>
          </p:cNvCxnSpPr>
          <p:nvPr/>
        </p:nvCxnSpPr>
        <p:spPr>
          <a:xfrm rot="10800000" flipV="1">
            <a:off x="1846860" y="2507834"/>
            <a:ext cx="1122643" cy="384697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13" name="Picture 12" descr="Docker Icon in SVG, PNG formats">
            <a:extLst>
              <a:ext uri="{FF2B5EF4-FFF2-40B4-BE49-F238E27FC236}">
                <a16:creationId xmlns:a16="http://schemas.microsoft.com/office/drawing/2014/main" id="{7ECDF6FC-36EC-479C-0764-7022FBDE36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6154" y="2511838"/>
            <a:ext cx="247147" cy="24714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DD84F0F-C428-658E-C774-54C817E1F72C}"/>
              </a:ext>
            </a:extLst>
          </p:cNvPr>
          <p:cNvSpPr txBox="1"/>
          <p:nvPr/>
        </p:nvSpPr>
        <p:spPr>
          <a:xfrm>
            <a:off x="956058" y="2892532"/>
            <a:ext cx="17816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prometheus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:9090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6E04F3B-47CD-FBCC-DBAF-3B5BEA8132E8}"/>
              </a:ext>
            </a:extLst>
          </p:cNvPr>
          <p:cNvCxnSpPr>
            <a:cxnSpLocks/>
            <a:stCxn id="28" idx="2"/>
            <a:endCxn id="23" idx="3"/>
          </p:cNvCxnSpPr>
          <p:nvPr/>
        </p:nvCxnSpPr>
        <p:spPr>
          <a:xfrm rot="5400000">
            <a:off x="2231553" y="2982947"/>
            <a:ext cx="1400351" cy="765910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F0DE422-0703-0F6C-B669-ED4A241CBA43}"/>
              </a:ext>
            </a:extLst>
          </p:cNvPr>
          <p:cNvSpPr txBox="1"/>
          <p:nvPr/>
        </p:nvSpPr>
        <p:spPr>
          <a:xfrm>
            <a:off x="1139779" y="3912189"/>
            <a:ext cx="14089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grafana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:3000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A471F6A-DE7D-08BE-6682-F73B1056A1A4}"/>
              </a:ext>
            </a:extLst>
          </p:cNvPr>
          <p:cNvSpPr/>
          <p:nvPr/>
        </p:nvSpPr>
        <p:spPr>
          <a:xfrm>
            <a:off x="3176287" y="2357950"/>
            <a:ext cx="276792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92E324-5587-80C9-1884-0DCC975A402F}"/>
              </a:ext>
            </a:extLst>
          </p:cNvPr>
          <p:cNvSpPr/>
          <p:nvPr/>
        </p:nvSpPr>
        <p:spPr>
          <a:xfrm>
            <a:off x="4495007" y="2351201"/>
            <a:ext cx="276793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978DAC96-214C-F897-6C4F-9F37D8D0273D}"/>
              </a:ext>
            </a:extLst>
          </p:cNvPr>
          <p:cNvCxnSpPr>
            <a:cxnSpLocks/>
            <a:stCxn id="670" idx="3"/>
            <a:endCxn id="603" idx="0"/>
          </p:cNvCxnSpPr>
          <p:nvPr/>
        </p:nvCxnSpPr>
        <p:spPr>
          <a:xfrm>
            <a:off x="4973052" y="2507835"/>
            <a:ext cx="354999" cy="544575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99F27F60-AE5B-18CA-FBB0-E37DC96B7C62}"/>
              </a:ext>
            </a:extLst>
          </p:cNvPr>
          <p:cNvCxnSpPr>
            <a:cxnSpLocks/>
            <a:stCxn id="23" idx="0"/>
            <a:endCxn id="11" idx="2"/>
          </p:cNvCxnSpPr>
          <p:nvPr/>
        </p:nvCxnSpPr>
        <p:spPr>
          <a:xfrm flipV="1">
            <a:off x="1844276" y="3544812"/>
            <a:ext cx="2583" cy="367377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588" name="Picture 587" descr="Docker Icon in SVG, PNG formats">
            <a:extLst>
              <a:ext uri="{FF2B5EF4-FFF2-40B4-BE49-F238E27FC236}">
                <a16:creationId xmlns:a16="http://schemas.microsoft.com/office/drawing/2014/main" id="{574B036B-8E45-18A9-867C-8B6F4241BDC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52713" y="2992464"/>
            <a:ext cx="247147" cy="247147"/>
          </a:xfrm>
          <a:prstGeom prst="rect">
            <a:avLst/>
          </a:prstGeom>
        </p:spPr>
      </p:pic>
      <p:sp>
        <p:nvSpPr>
          <p:cNvPr id="591" name="TextBox 590">
            <a:extLst>
              <a:ext uri="{FF2B5EF4-FFF2-40B4-BE49-F238E27FC236}">
                <a16:creationId xmlns:a16="http://schemas.microsoft.com/office/drawing/2014/main" id="{0D2D2634-6F11-2706-F34A-8290E6A1834B}"/>
              </a:ext>
            </a:extLst>
          </p:cNvPr>
          <p:cNvSpPr txBox="1"/>
          <p:nvPr/>
        </p:nvSpPr>
        <p:spPr>
          <a:xfrm>
            <a:off x="1311631" y="3526476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C7ACA37-8E21-5442-F80F-F5C8857859AA}"/>
              </a:ext>
            </a:extLst>
          </p:cNvPr>
          <p:cNvSpPr txBox="1"/>
          <p:nvPr/>
        </p:nvSpPr>
        <p:spPr>
          <a:xfrm>
            <a:off x="4496687" y="3639458"/>
            <a:ext cx="148892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extract &gt;&gt; transform &gt;&gt; load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F2B738-2CE3-E13E-34F1-23CDE1424AA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3152" y="3346032"/>
            <a:ext cx="324205" cy="32420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01025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25D6388D-7F14-3E67-49C1-31C320D97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C6143E3F-51A4-E2D2-5E42-6AEBBFC62ABF}"/>
              </a:ext>
            </a:extLst>
          </p:cNvPr>
          <p:cNvSpPr/>
          <p:nvPr/>
        </p:nvSpPr>
        <p:spPr>
          <a:xfrm>
            <a:off x="851790" y="747600"/>
            <a:ext cx="6997709" cy="389397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DF0AAE9E-1295-E879-B412-9C84573A24B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Monitoring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6F2F4812-FA30-A89E-C6DC-56E69DDCC0E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78182C36-2717-2611-DBA5-962E12F4D65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5A0673A0-350B-40B5-00AF-9C15BB8093DC}"/>
              </a:ext>
            </a:extLst>
          </p:cNvPr>
          <p:cNvSpPr txBox="1"/>
          <p:nvPr/>
        </p:nvSpPr>
        <p:spPr>
          <a:xfrm>
            <a:off x="3638564" y="1351401"/>
            <a:ext cx="16575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:8000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F0F6E1F-1C79-C899-3E44-16B8A4F4905B}"/>
              </a:ext>
            </a:extLst>
          </p:cNvPr>
          <p:cNvCxnSpPr>
            <a:cxnSpLocks/>
            <a:stCxn id="581" idx="1"/>
            <a:endCxn id="14" idx="3"/>
          </p:cNvCxnSpPr>
          <p:nvPr/>
        </p:nvCxnSpPr>
        <p:spPr>
          <a:xfrm flipH="1">
            <a:off x="5408472" y="4071926"/>
            <a:ext cx="1127944" cy="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D39A2A2-8CE7-3C28-1E73-CBE2C0968EA2}"/>
              </a:ext>
            </a:extLst>
          </p:cNvPr>
          <p:cNvCxnSpPr>
            <a:cxnSpLocks/>
            <a:stCxn id="23" idx="3"/>
            <a:endCxn id="18" idx="1"/>
          </p:cNvCxnSpPr>
          <p:nvPr/>
        </p:nvCxnSpPr>
        <p:spPr>
          <a:xfrm>
            <a:off x="2224112" y="2616221"/>
            <a:ext cx="1388901" cy="1385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AFE0CC99-FBB4-00E3-CB59-2C5B36CFAC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379" y="2751773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58D8B95-8869-5497-249B-D24279E7D1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530" y="2786967"/>
            <a:ext cx="329030" cy="32903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450A45C-3208-78B9-967B-BCC33938943D}"/>
              </a:ext>
            </a:extLst>
          </p:cNvPr>
          <p:cNvSpPr txBox="1"/>
          <p:nvPr/>
        </p:nvSpPr>
        <p:spPr>
          <a:xfrm>
            <a:off x="3613013" y="2463717"/>
            <a:ext cx="1722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prometheus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:9090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42E218-7ABB-C458-7336-60CA5068A45B}"/>
              </a:ext>
            </a:extLst>
          </p:cNvPr>
          <p:cNvSpPr txBox="1"/>
          <p:nvPr/>
        </p:nvSpPr>
        <p:spPr>
          <a:xfrm>
            <a:off x="851790" y="2462332"/>
            <a:ext cx="13723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grafana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:3000</a:t>
            </a:r>
          </a:p>
        </p:txBody>
      </p: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E1905950-D315-140C-131A-88DEF5687B08}"/>
              </a:ext>
            </a:extLst>
          </p:cNvPr>
          <p:cNvCxnSpPr>
            <a:cxnSpLocks/>
            <a:stCxn id="18" idx="0"/>
            <a:endCxn id="52" idx="2"/>
          </p:cNvCxnSpPr>
          <p:nvPr/>
        </p:nvCxnSpPr>
        <p:spPr>
          <a:xfrm flipH="1" flipV="1">
            <a:off x="4467327" y="1659178"/>
            <a:ext cx="6718" cy="804539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1" name="TextBox 590">
            <a:extLst>
              <a:ext uri="{FF2B5EF4-FFF2-40B4-BE49-F238E27FC236}">
                <a16:creationId xmlns:a16="http://schemas.microsoft.com/office/drawing/2014/main" id="{81B57F9E-5249-3F65-F037-5C82320F6BBE}"/>
              </a:ext>
            </a:extLst>
          </p:cNvPr>
          <p:cNvSpPr txBox="1"/>
          <p:nvPr/>
        </p:nvSpPr>
        <p:spPr>
          <a:xfrm>
            <a:off x="4440999" y="1904480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scrape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03BB34-0766-BB5A-C46A-D800D40BE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2087" y="4311189"/>
            <a:ext cx="210480" cy="2104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50749A3-6888-0CB6-1756-AE886F5D2494}"/>
              </a:ext>
            </a:extLst>
          </p:cNvPr>
          <p:cNvSpPr txBox="1"/>
          <p:nvPr/>
        </p:nvSpPr>
        <p:spPr>
          <a:xfrm>
            <a:off x="3539618" y="3918038"/>
            <a:ext cx="1868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pushgateway</a:t>
            </a:r>
            <a:r>
              <a:rPr lang="en-US" b="1" dirty="0">
                <a:solidFill>
                  <a:srgbClr val="262626"/>
                </a:solidFill>
              </a:rPr>
              <a:t> </a:t>
            </a:r>
            <a:r>
              <a:rPr lang="en-US" dirty="0">
                <a:solidFill>
                  <a:srgbClr val="0000EE"/>
                </a:solidFill>
              </a:rPr>
              <a:t>:9091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DA50C08-7B82-E70F-85BB-882789E21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9093" y="2845750"/>
            <a:ext cx="208694" cy="20869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449022C-0587-DE76-015E-ABE806BAB5CE}"/>
              </a:ext>
            </a:extLst>
          </p:cNvPr>
          <p:cNvSpPr txBox="1"/>
          <p:nvPr/>
        </p:nvSpPr>
        <p:spPr>
          <a:xfrm>
            <a:off x="5978879" y="2462332"/>
            <a:ext cx="18706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alertmanager</a:t>
            </a:r>
            <a:r>
              <a:rPr lang="en-US" b="1" dirty="0">
                <a:solidFill>
                  <a:srgbClr val="262626"/>
                </a:solidFill>
              </a:rPr>
              <a:t> </a:t>
            </a:r>
            <a:r>
              <a:rPr lang="en-US" dirty="0">
                <a:solidFill>
                  <a:srgbClr val="0000EE"/>
                </a:solidFill>
              </a:rPr>
              <a:t>:9093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6AE44C0-DC0E-4CE8-43F0-D877C05D84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8260" y="874272"/>
            <a:ext cx="538134" cy="9930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F143B77-256C-687D-43EE-E04999FECC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9766" y="1034586"/>
            <a:ext cx="455123" cy="336009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434235F-2EB5-8C95-CEB3-595C00763BA6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4474045" y="3192894"/>
            <a:ext cx="0" cy="725144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D520FAE-5827-8165-9CB3-D90AFA1CB165}"/>
              </a:ext>
            </a:extLst>
          </p:cNvPr>
          <p:cNvSpPr txBox="1"/>
          <p:nvPr/>
        </p:nvSpPr>
        <p:spPr>
          <a:xfrm>
            <a:off x="4440999" y="3427633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scrape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82F2ECC-9AE3-BAE2-99AB-EE673C1C414B}"/>
              </a:ext>
            </a:extLst>
          </p:cNvPr>
          <p:cNvSpPr txBox="1"/>
          <p:nvPr/>
        </p:nvSpPr>
        <p:spPr>
          <a:xfrm>
            <a:off x="5576952" y="3794927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push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9DA73CB-5265-1EB0-7EC7-7BED2A26980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 flipV="1">
            <a:off x="5335077" y="2616221"/>
            <a:ext cx="643802" cy="1385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2324F5F-0858-12F5-BBCB-12B6DE9B48BF}"/>
              </a:ext>
            </a:extLst>
          </p:cNvPr>
          <p:cNvSpPr txBox="1"/>
          <p:nvPr/>
        </p:nvSpPr>
        <p:spPr>
          <a:xfrm>
            <a:off x="5232405" y="2332415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alerts</a:t>
            </a:r>
          </a:p>
        </p:txBody>
      </p:sp>
      <p:grpSp>
        <p:nvGrpSpPr>
          <p:cNvPr id="579" name="Group 578">
            <a:extLst>
              <a:ext uri="{FF2B5EF4-FFF2-40B4-BE49-F238E27FC236}">
                <a16:creationId xmlns:a16="http://schemas.microsoft.com/office/drawing/2014/main" id="{CB043595-B58D-58AA-BB7C-E696BEFEDDFA}"/>
              </a:ext>
            </a:extLst>
          </p:cNvPr>
          <p:cNvGrpSpPr/>
          <p:nvPr/>
        </p:nvGrpSpPr>
        <p:grpSpPr>
          <a:xfrm>
            <a:off x="6536416" y="3909823"/>
            <a:ext cx="754048" cy="324206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E39F9BE9-E058-03D7-69CD-5E75550AE287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82" name="Picture 581" descr="Python (programming language) - Wikipedia">
              <a:extLst>
                <a:ext uri="{FF2B5EF4-FFF2-40B4-BE49-F238E27FC236}">
                  <a16:creationId xmlns:a16="http://schemas.microsoft.com/office/drawing/2014/main" id="{7C1135C2-5EA6-75C2-72CA-51F7F8FE732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592" name="TextBox 591">
            <a:extLst>
              <a:ext uri="{FF2B5EF4-FFF2-40B4-BE49-F238E27FC236}">
                <a16:creationId xmlns:a16="http://schemas.microsoft.com/office/drawing/2014/main" id="{6F1FF3A5-25ED-0909-E98D-0D2F2BEB54A9}"/>
              </a:ext>
            </a:extLst>
          </p:cNvPr>
          <p:cNvSpPr txBox="1"/>
          <p:nvPr/>
        </p:nvSpPr>
        <p:spPr>
          <a:xfrm>
            <a:off x="2523071" y="2341186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query</a:t>
            </a:r>
          </a:p>
        </p:txBody>
      </p:sp>
      <p:pic>
        <p:nvPicPr>
          <p:cNvPr id="594" name="Picture 593">
            <a:extLst>
              <a:ext uri="{FF2B5EF4-FFF2-40B4-BE49-F238E27FC236}">
                <a16:creationId xmlns:a16="http://schemas.microsoft.com/office/drawing/2014/main" id="{5CC4CAC5-50AD-9D10-1DB2-F9B7919C1642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50000"/>
          </a:blip>
          <a:stretch>
            <a:fillRect/>
          </a:stretch>
        </p:blipFill>
        <p:spPr>
          <a:xfrm>
            <a:off x="6551484" y="1640945"/>
            <a:ext cx="697149" cy="178372"/>
          </a:xfrm>
          <a:prstGeom prst="rect">
            <a:avLst/>
          </a:prstGeom>
        </p:spPr>
      </p:pic>
      <p:cxnSp>
        <p:nvCxnSpPr>
          <p:cNvPr id="595" name="Straight Arrow Connector 594">
            <a:extLst>
              <a:ext uri="{FF2B5EF4-FFF2-40B4-BE49-F238E27FC236}">
                <a16:creationId xmlns:a16="http://schemas.microsoft.com/office/drawing/2014/main" id="{A24BFB29-B4BB-15A7-F1B9-783BDAFF5EB3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6914189" y="1908884"/>
            <a:ext cx="0" cy="553448"/>
          </a:xfrm>
          <a:prstGeom prst="straightConnector1">
            <a:avLst/>
          </a:prstGeom>
          <a:ln w="19050">
            <a:solidFill>
              <a:schemeClr val="accent5">
                <a:shade val="95000"/>
                <a:satMod val="105000"/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9" name="TextBox 598">
            <a:extLst>
              <a:ext uri="{FF2B5EF4-FFF2-40B4-BE49-F238E27FC236}">
                <a16:creationId xmlns:a16="http://schemas.microsoft.com/office/drawing/2014/main" id="{550295F5-9D8E-FE76-C1EE-4A15C55C2955}"/>
              </a:ext>
            </a:extLst>
          </p:cNvPr>
          <p:cNvSpPr txBox="1"/>
          <p:nvPr/>
        </p:nvSpPr>
        <p:spPr>
          <a:xfrm>
            <a:off x="6767842" y="2055416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  <a:alpha val="50000"/>
                  </a:schemeClr>
                </a:solidFill>
              </a:rPr>
              <a:t>notify</a:t>
            </a:r>
          </a:p>
        </p:txBody>
      </p: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A8AB6CFD-0D7B-C20F-648C-0FC26FA29E7E}"/>
              </a:ext>
            </a:extLst>
          </p:cNvPr>
          <p:cNvGrpSpPr/>
          <p:nvPr/>
        </p:nvGrpSpPr>
        <p:grpSpPr>
          <a:xfrm>
            <a:off x="4038297" y="1923151"/>
            <a:ext cx="429030" cy="266298"/>
            <a:chOff x="5836602" y="3526478"/>
            <a:chExt cx="429030" cy="266298"/>
          </a:xfrm>
        </p:grpSpPr>
        <p:pic>
          <p:nvPicPr>
            <p:cNvPr id="638" name="Picture 637">
              <a:extLst>
                <a:ext uri="{FF2B5EF4-FFF2-40B4-BE49-F238E27FC236}">
                  <a16:creationId xmlns:a16="http://schemas.microsoft.com/office/drawing/2014/main" id="{C4AFF481-565D-FA7B-463F-0A1E4E82D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39" name="TextBox 638">
              <a:extLst>
                <a:ext uri="{FF2B5EF4-FFF2-40B4-BE49-F238E27FC236}">
                  <a16:creationId xmlns:a16="http://schemas.microsoft.com/office/drawing/2014/main" id="{786F5BB7-182B-3545-18C2-4224F3718DC5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15 s</a:t>
              </a:r>
            </a:p>
          </p:txBody>
        </p:sp>
      </p:grpSp>
      <p:grpSp>
        <p:nvGrpSpPr>
          <p:cNvPr id="642" name="Group 641">
            <a:extLst>
              <a:ext uri="{FF2B5EF4-FFF2-40B4-BE49-F238E27FC236}">
                <a16:creationId xmlns:a16="http://schemas.microsoft.com/office/drawing/2014/main" id="{1BEE0611-A2BE-4650-73D3-1BC25D19880C}"/>
              </a:ext>
            </a:extLst>
          </p:cNvPr>
          <p:cNvGrpSpPr/>
          <p:nvPr/>
        </p:nvGrpSpPr>
        <p:grpSpPr>
          <a:xfrm>
            <a:off x="4024304" y="3444342"/>
            <a:ext cx="429030" cy="266298"/>
            <a:chOff x="5836602" y="3526478"/>
            <a:chExt cx="429030" cy="266298"/>
          </a:xfrm>
        </p:grpSpPr>
        <p:pic>
          <p:nvPicPr>
            <p:cNvPr id="643" name="Picture 642">
              <a:extLst>
                <a:ext uri="{FF2B5EF4-FFF2-40B4-BE49-F238E27FC236}">
                  <a16:creationId xmlns:a16="http://schemas.microsoft.com/office/drawing/2014/main" id="{8EF3ED6F-C831-AE11-4788-DE3CD6310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4" name="TextBox 643">
              <a:extLst>
                <a:ext uri="{FF2B5EF4-FFF2-40B4-BE49-F238E27FC236}">
                  <a16:creationId xmlns:a16="http://schemas.microsoft.com/office/drawing/2014/main" id="{4F7C82B6-5884-95DE-B7FA-E5594D81B03B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15 s</a:t>
              </a:r>
            </a:p>
          </p:txBody>
        </p:sp>
      </p:grpSp>
      <p:grpSp>
        <p:nvGrpSpPr>
          <p:cNvPr id="645" name="Group 644">
            <a:extLst>
              <a:ext uri="{FF2B5EF4-FFF2-40B4-BE49-F238E27FC236}">
                <a16:creationId xmlns:a16="http://schemas.microsoft.com/office/drawing/2014/main" id="{28CB518E-F23A-59F9-1BD8-B06BF2C2A87F}"/>
              </a:ext>
            </a:extLst>
          </p:cNvPr>
          <p:cNvGrpSpPr/>
          <p:nvPr/>
        </p:nvGrpSpPr>
        <p:grpSpPr>
          <a:xfrm>
            <a:off x="5447402" y="2666321"/>
            <a:ext cx="429030" cy="266298"/>
            <a:chOff x="5837250" y="3526478"/>
            <a:chExt cx="429030" cy="266298"/>
          </a:xfrm>
        </p:grpSpPr>
        <p:pic>
          <p:nvPicPr>
            <p:cNvPr id="647" name="Picture 646">
              <a:extLst>
                <a:ext uri="{FF2B5EF4-FFF2-40B4-BE49-F238E27FC236}">
                  <a16:creationId xmlns:a16="http://schemas.microsoft.com/office/drawing/2014/main" id="{6B2342F8-E6CA-01AA-38AA-CB8D13D9BC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8" name="TextBox 647">
              <a:extLst>
                <a:ext uri="{FF2B5EF4-FFF2-40B4-BE49-F238E27FC236}">
                  <a16:creationId xmlns:a16="http://schemas.microsoft.com/office/drawing/2014/main" id="{C89E22B0-E42B-59EF-1913-BEEA2F47EECB}"/>
                </a:ext>
              </a:extLst>
            </p:cNvPr>
            <p:cNvSpPr txBox="1"/>
            <p:nvPr/>
          </p:nvSpPr>
          <p:spPr>
            <a:xfrm>
              <a:off x="5837250" y="3539585"/>
              <a:ext cx="42903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ETL</a:t>
              </a:r>
              <a:b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</a:br>
              <a: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&gt;26 h</a:t>
              </a:r>
            </a:p>
          </p:txBody>
        </p:sp>
      </p:grpSp>
      <p:sp>
        <p:nvSpPr>
          <p:cNvPr id="649" name="Rectangle 648">
            <a:extLst>
              <a:ext uri="{FF2B5EF4-FFF2-40B4-BE49-F238E27FC236}">
                <a16:creationId xmlns:a16="http://schemas.microsoft.com/office/drawing/2014/main" id="{1332BD09-E8E1-3666-B811-349B98DA9565}"/>
              </a:ext>
            </a:extLst>
          </p:cNvPr>
          <p:cNvSpPr/>
          <p:nvPr/>
        </p:nvSpPr>
        <p:spPr>
          <a:xfrm>
            <a:off x="2348086" y="2923061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Time Since Last Successful ETL</a:t>
            </a:r>
          </a:p>
        </p:txBody>
      </p:sp>
      <p:sp>
        <p:nvSpPr>
          <p:cNvPr id="651" name="Rectangle 650">
            <a:extLst>
              <a:ext uri="{FF2B5EF4-FFF2-40B4-BE49-F238E27FC236}">
                <a16:creationId xmlns:a16="http://schemas.microsoft.com/office/drawing/2014/main" id="{8CAA198F-3520-49A7-5C28-3B3FC81744D2}"/>
              </a:ext>
            </a:extLst>
          </p:cNvPr>
          <p:cNvSpPr/>
          <p:nvPr/>
        </p:nvSpPr>
        <p:spPr>
          <a:xfrm>
            <a:off x="2348086" y="3394532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Last ETL Duration</a:t>
            </a:r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32F40984-0A08-B9E5-13BE-3CD960D26F0A}"/>
              </a:ext>
            </a:extLst>
          </p:cNvPr>
          <p:cNvSpPr/>
          <p:nvPr/>
        </p:nvSpPr>
        <p:spPr>
          <a:xfrm>
            <a:off x="2348086" y="3869309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Geocoding Failures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1D270ED-EDB8-55E8-EA44-A22CBDFCD29B}"/>
              </a:ext>
            </a:extLst>
          </p:cNvPr>
          <p:cNvSpPr/>
          <p:nvPr/>
        </p:nvSpPr>
        <p:spPr>
          <a:xfrm>
            <a:off x="2397466" y="840657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Job Search Requests</a:t>
            </a:r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D7F02F9D-54BE-C679-CAC0-B6FABCF94A80}"/>
              </a:ext>
            </a:extLst>
          </p:cNvPr>
          <p:cNvSpPr/>
          <p:nvPr/>
        </p:nvSpPr>
        <p:spPr>
          <a:xfrm>
            <a:off x="2397466" y="1315434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Job Search Duration (p95)</a:t>
            </a:r>
          </a:p>
        </p:txBody>
      </p:sp>
      <p:sp>
        <p:nvSpPr>
          <p:cNvPr id="659" name="Rectangle 658">
            <a:extLst>
              <a:ext uri="{FF2B5EF4-FFF2-40B4-BE49-F238E27FC236}">
                <a16:creationId xmlns:a16="http://schemas.microsoft.com/office/drawing/2014/main" id="{1C02109E-EDF0-BC2C-9FF4-90052E0D4356}"/>
              </a:ext>
            </a:extLst>
          </p:cNvPr>
          <p:cNvSpPr/>
          <p:nvPr/>
        </p:nvSpPr>
        <p:spPr>
          <a:xfrm>
            <a:off x="2397466" y="1790211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Active Database Connections</a:t>
            </a:r>
          </a:p>
        </p:txBody>
      </p:sp>
    </p:spTree>
    <p:extLst>
      <p:ext uri="{BB962C8B-B14F-4D97-AF65-F5344CB8AC3E}">
        <p14:creationId xmlns:p14="http://schemas.microsoft.com/office/powerpoint/2010/main" val="6576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3" name="Google Shape;793;p107"/>
          <p:cNvPicPr preferRelativeResize="0"/>
          <p:nvPr/>
        </p:nvPicPr>
        <p:blipFill rotWithShape="1">
          <a:blip r:embed="rId3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4" name="Google Shape;794;p107" title="Datascientest-25-2000-90.jpg"/>
          <p:cNvPicPr preferRelativeResize="0"/>
          <p:nvPr/>
        </p:nvPicPr>
        <p:blipFill rotWithShape="1">
          <a:blip r:embed="rId4">
            <a:alphaModFix/>
          </a:blip>
          <a:srcRect l="45806" t="33593" r="9932" b="291"/>
          <a:stretch/>
        </p:blipFill>
        <p:spPr>
          <a:xfrm>
            <a:off x="5416500" y="208500"/>
            <a:ext cx="3425100" cy="4726500"/>
          </a:xfrm>
          <a:prstGeom prst="roundRect">
            <a:avLst>
              <a:gd name="adj" fmla="val 6927"/>
            </a:avLst>
          </a:prstGeom>
          <a:noFill/>
          <a:ln>
            <a:noFill/>
          </a:ln>
        </p:spPr>
      </p:pic>
      <p:pic>
        <p:nvPicPr>
          <p:cNvPr id="795" name="Google Shape;795;p107"/>
          <p:cNvPicPr preferRelativeResize="0"/>
          <p:nvPr/>
        </p:nvPicPr>
        <p:blipFill rotWithShape="1">
          <a:blip r:embed="rId5">
            <a:alphaModFix/>
          </a:blip>
          <a:srcRect t="18838" r="42337"/>
          <a:stretch/>
        </p:blipFill>
        <p:spPr>
          <a:xfrm rot="5400000" flipH="1">
            <a:off x="5031851" y="670425"/>
            <a:ext cx="4943124" cy="3425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6" name="Google Shape;796;p107" title="undraw_faq_h01d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62379" y="1423463"/>
            <a:ext cx="2082850" cy="13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107"/>
          <p:cNvSpPr/>
          <p:nvPr/>
        </p:nvSpPr>
        <p:spPr>
          <a:xfrm>
            <a:off x="1643004" y="2784088"/>
            <a:ext cx="2121600" cy="346800"/>
          </a:xfrm>
          <a:prstGeom prst="roundRect">
            <a:avLst>
              <a:gd name="adj" fmla="val 5390"/>
            </a:avLst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b="1">
                <a:solidFill>
                  <a:srgbClr val="F5FAFF"/>
                </a:solidFill>
                <a:latin typeface="Inter"/>
                <a:ea typeface="Inter"/>
                <a:cs typeface="Inter"/>
                <a:sym typeface="Inter"/>
              </a:rPr>
              <a:t>QUESTIONS</a:t>
            </a:r>
            <a:endParaRPr sz="1800" b="1">
              <a:solidFill>
                <a:srgbClr val="F5FA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ORA">
  <a:themeElements>
    <a:clrScheme name="Simple Light">
      <a:dk1>
        <a:srgbClr val="000000"/>
      </a:dk1>
      <a:lt1>
        <a:srgbClr val="FFFFFF"/>
      </a:lt1>
      <a:dk2>
        <a:srgbClr val="1A1A33"/>
      </a:dk2>
      <a:lt2>
        <a:srgbClr val="FF6745"/>
      </a:lt2>
      <a:accent1>
        <a:srgbClr val="E8E7E1"/>
      </a:accent1>
      <a:accent2>
        <a:srgbClr val="DDFF45"/>
      </a:accent2>
      <a:accent3>
        <a:srgbClr val="00E5EE"/>
      </a:accent3>
      <a:accent4>
        <a:srgbClr val="C445FF"/>
      </a:accent4>
      <a:accent5>
        <a:srgbClr val="7657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211</Words>
  <Application>Microsoft Office PowerPoint</Application>
  <PresentationFormat>On-screen Show (16:9)</PresentationFormat>
  <Paragraphs>89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20" baseType="lpstr">
      <vt:lpstr>Arial</vt:lpstr>
      <vt:lpstr>Consolas</vt:lpstr>
      <vt:lpstr>Inter</vt:lpstr>
      <vt:lpstr>Inter Medium</vt:lpstr>
      <vt:lpstr>Inter SemiBold</vt:lpstr>
      <vt:lpstr>Rubik</vt:lpstr>
      <vt:lpstr>Urbanist Black</vt:lpstr>
      <vt:lpstr>Work Sans</vt:lpstr>
      <vt:lpstr>Work Sans Light</vt:lpstr>
      <vt:lpstr>Work Sans Medium</vt:lpstr>
      <vt:lpstr>Simple Light</vt:lpstr>
      <vt:lpstr>LIORA</vt:lpstr>
      <vt:lpstr>DATA ENGINEER</vt:lpstr>
      <vt:lpstr>Table of Contents</vt:lpstr>
      <vt:lpstr>First section 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Sergey Krutikov</cp:lastModifiedBy>
  <cp:revision>108</cp:revision>
  <dcterms:modified xsi:type="dcterms:W3CDTF">2026-08-22T11:08:21Z</dcterms:modified>
</cp:coreProperties>
</file>