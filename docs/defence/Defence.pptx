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10"/>
  </p:notesMasterIdLst>
  <p:sldIdLst>
    <p:sldId id="256" r:id="rId3"/>
    <p:sldId id="258" r:id="rId4"/>
    <p:sldId id="260" r:id="rId5"/>
    <p:sldId id="257" r:id="rId6"/>
    <p:sldId id="276" r:id="rId7"/>
    <p:sldId id="277" r:id="rId8"/>
    <p:sldId id="273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151FD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60"/>
  </p:normalViewPr>
  <p:slideViewPr>
    <p:cSldViewPr snapToGrid="0">
      <p:cViewPr varScale="1">
        <p:scale>
          <a:sx n="196" d="100"/>
          <a:sy n="196" d="100"/>
        </p:scale>
        <p:origin x="144" y="150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b454739a23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b454739a23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b5a5a12495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b5a5a12495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B12BD581-E3B5-6A20-0E5C-258BC9A8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CF3F26B-197F-5B9B-18D8-E88CCF4F4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49EC9746-462D-4000-B6B1-EF08ADCCA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733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05" name="Google Shape;405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7" name="Google Shape;40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93" name="Google Shape;493;p7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71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95" name="Google Shape;495;p71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96" name="Google Shape;496;p71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97" name="Google Shape;497;p71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4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39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12" Type="http://schemas.openxmlformats.org/officeDocument/2006/relationships/image" Target="../media/image3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11" Type="http://schemas.openxmlformats.org/officeDocument/2006/relationships/image" Target="../media/image37.png"/><Relationship Id="rId5" Type="http://schemas.openxmlformats.org/officeDocument/2006/relationships/image" Target="../media/image27.png"/><Relationship Id="rId15" Type="http://schemas.openxmlformats.org/officeDocument/2006/relationships/image" Target="../media/image35.png"/><Relationship Id="rId10" Type="http://schemas.openxmlformats.org/officeDocument/2006/relationships/image" Target="../media/image23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Relationship Id="rId1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5.xml"/><Relationship Id="rId6" Type="http://schemas.openxmlformats.org/officeDocument/2006/relationships/image" Target="../media/image43.gif"/><Relationship Id="rId5" Type="http://schemas.openxmlformats.org/officeDocument/2006/relationships/image" Target="../media/image42.png"/><Relationship Id="rId4" Type="http://schemas.openxmlformats.org/officeDocument/2006/relationships/image" Target="../media/image4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Presentation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627700" cy="42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Table of Contents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7" name="Google Shape;647;p92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1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3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4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5</a:t>
            </a:r>
            <a:endParaRPr dirty="0"/>
          </a:p>
        </p:txBody>
      </p:sp>
      <p:sp>
        <p:nvSpPr>
          <p:cNvPr id="648" name="Google Shape;648;p92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Second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Third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Fourth section</a:t>
            </a:r>
            <a:endParaRPr dirty="0"/>
          </a:p>
          <a:p>
            <a:pPr lvl="0">
              <a:buNone/>
            </a:pPr>
            <a:r>
              <a:rPr lang="fr" dirty="0"/>
              <a:t>Fifth section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9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dirty="0">
                <a:solidFill>
                  <a:srgbClr val="FF6745"/>
                </a:solidFill>
              </a:rPr>
              <a:t>First section</a:t>
            </a: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74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950293" y="654602"/>
            <a:ext cx="7066567" cy="420922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4271478" y="2017557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77537" y="2201629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3662259" y="971973"/>
            <a:ext cx="2076856" cy="423153"/>
            <a:chOff x="851170" y="2258330"/>
            <a:chExt cx="207685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851170" y="2258330"/>
              <a:ext cx="207685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 err="1"/>
                <a:t>Arbeitsagentur</a:t>
              </a:r>
              <a:r>
                <a:rPr lang="en-US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796" y="2291181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4382" y="2018748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5122" y="2017557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4700686" y="1507860"/>
            <a:ext cx="17556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62259" y="3568510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4700687" y="1395126"/>
            <a:ext cx="3" cy="6224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2184105" y="1933619"/>
            <a:ext cx="2076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data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5140416" y="1944908"/>
            <a:ext cx="21318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Processed job data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1564585" y="1271270"/>
            <a:ext cx="799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Archive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(JSON)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95022" y="4110004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6383" y="3552235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A247DC78-1838-A5CB-076D-DC5F07103284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 flipV="1">
            <a:off x="4303548" y="3807123"/>
            <a:ext cx="1602835" cy="16275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0739" y="4122559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68780" y="3253164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65949" y="3707967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stCxn id="661" idx="1"/>
            <a:endCxn id="723" idx="3"/>
          </p:cNvCxnSpPr>
          <p:nvPr/>
        </p:nvCxnSpPr>
        <p:spPr>
          <a:xfrm flipH="1" flipV="1">
            <a:off x="2968937" y="3407053"/>
            <a:ext cx="693322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971770" y="3823398"/>
            <a:ext cx="690489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939207" y="3823398"/>
            <a:ext cx="723052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5129902" y="2229134"/>
            <a:ext cx="2314480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4279454" y="3515621"/>
            <a:ext cx="162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6885" y="3540878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2144572" y="3248270"/>
            <a:ext cx="462826" cy="1160873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2178618" y="2229134"/>
            <a:ext cx="2092860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5475C9-830D-D321-00E6-236F038CF088}"/>
              </a:ext>
            </a:extLst>
          </p:cNvPr>
          <p:cNvCxnSpPr>
            <a:stCxn id="715" idx="3"/>
            <a:endCxn id="44" idx="2"/>
          </p:cNvCxnSpPr>
          <p:nvPr/>
        </p:nvCxnSpPr>
        <p:spPr>
          <a:xfrm flipV="1">
            <a:off x="6596872" y="2441901"/>
            <a:ext cx="1084176" cy="1365222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1074532" y="749512"/>
            <a:ext cx="5980318" cy="1903811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1074530" y="3046517"/>
            <a:ext cx="5980317" cy="1606499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1074531" y="749512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1084407" y="3046516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0037" y="1701417"/>
            <a:ext cx="274086" cy="282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91A15-024F-79E0-69DD-445DCED9C51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54255" y="4094561"/>
            <a:ext cx="857296" cy="1573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46653" y="515898"/>
            <a:ext cx="7827064" cy="422009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15948" y="3488729"/>
            <a:ext cx="7353124" cy="1174397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15948" y="2077894"/>
            <a:ext cx="7353124" cy="1174397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15950" y="664297"/>
            <a:ext cx="7354956" cy="1174397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Ingestion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3857" y="3896776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692" y="1031743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574263" y="1254791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4893563" y="1515637"/>
            <a:ext cx="1188031" cy="1125724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060" y="2448049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271009" y="1103117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277922" y="2515925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272999" y="3924769"/>
            <a:ext cx="117985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3065" y="3599995"/>
            <a:ext cx="266622" cy="275016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734385" y="2660213"/>
            <a:ext cx="1207563" cy="1688716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6814" y="1077885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41193" y="877821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182524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15594" y="1254791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18108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256925" y="1254791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592509" y="1254791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06053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850315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580454" y="2672515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690556" y="2672515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182524" y="3737503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450797" y="2079853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450797" y="659574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256925" y="4108353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3F06FF1-9335-468A-8DC9-1BB9341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CA2773C-7D4B-D084-3045-7AB34BC7C5F1}"/>
              </a:ext>
            </a:extLst>
          </p:cNvPr>
          <p:cNvSpPr/>
          <p:nvPr/>
        </p:nvSpPr>
        <p:spPr>
          <a:xfrm>
            <a:off x="977754" y="762482"/>
            <a:ext cx="7156595" cy="408891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68B56A9A-9D78-9898-6DC1-F2F1390C3A52}"/>
              </a:ext>
            </a:extLst>
          </p:cNvPr>
          <p:cNvSpPr txBox="1"/>
          <p:nvPr/>
        </p:nvSpPr>
        <p:spPr>
          <a:xfrm>
            <a:off x="4326689" y="1046275"/>
            <a:ext cx="1488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A65BEAE-F6D5-3100-D350-CD15E2BCCD5F}"/>
              </a:ext>
            </a:extLst>
          </p:cNvPr>
          <p:cNvCxnSpPr>
            <a:cxnSpLocks/>
            <a:stCxn id="670" idx="3"/>
            <a:endCxn id="601" idx="2"/>
          </p:cNvCxnSpPr>
          <p:nvPr/>
        </p:nvCxnSpPr>
        <p:spPr>
          <a:xfrm flipV="1">
            <a:off x="4973052" y="1830311"/>
            <a:ext cx="1106169" cy="67752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FF0F72C-42EA-89B7-6496-D13A3CF51C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4C666D9-CE60-B65C-0A76-4855F59F3A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68D65FD-5CC9-5972-29F5-93C8AE5B5C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B8E40B2-7EB3-9C26-FD10-E109D6FA6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3976" y="1111467"/>
            <a:ext cx="473331" cy="423153"/>
          </a:xfrm>
          <a:prstGeom prst="rect">
            <a:avLst/>
          </a:prstGeom>
        </p:spPr>
      </p:pic>
      <p:pic>
        <p:nvPicPr>
          <p:cNvPr id="661" name="Picture 660">
            <a:extLst>
              <a:ext uri="{FF2B5EF4-FFF2-40B4-BE49-F238E27FC236}">
                <a16:creationId xmlns:a16="http://schemas.microsoft.com/office/drawing/2014/main" id="{FC8DB018-09C3-8239-F2EC-5B6D13452E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0381" y="1118733"/>
            <a:ext cx="516809" cy="410823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A1A69FD4-93A3-D7D5-B457-DAE78C272D39}"/>
              </a:ext>
            </a:extLst>
          </p:cNvPr>
          <p:cNvCxnSpPr>
            <a:cxnSpLocks/>
            <a:stCxn id="670" idx="1"/>
            <a:endCxn id="57" idx="2"/>
          </p:cNvCxnSpPr>
          <p:nvPr/>
        </p:nvCxnSpPr>
        <p:spPr>
          <a:xfrm rot="10800000">
            <a:off x="1763264" y="1834317"/>
            <a:ext cx="1206238" cy="67351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750FBAB4-F377-148C-C8ED-F4EFC72429E5}"/>
              </a:ext>
            </a:extLst>
          </p:cNvPr>
          <p:cNvSpPr txBox="1"/>
          <p:nvPr/>
        </p:nvSpPr>
        <p:spPr>
          <a:xfrm>
            <a:off x="2969502" y="2353946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E2C8CE04-7F46-7854-8DD2-9E2F4FDE6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6477" y="917021"/>
            <a:ext cx="701850" cy="129515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4EBDB629-1BDF-4AC1-A071-93B3FBAA22FA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>
            <a:off x="4244046" y="1321127"/>
            <a:ext cx="1579930" cy="1917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4B3D84A-4293-8209-129A-80B3E91C77E5}"/>
              </a:ext>
            </a:extLst>
          </p:cNvPr>
          <p:cNvSpPr txBox="1"/>
          <p:nvPr/>
        </p:nvSpPr>
        <p:spPr>
          <a:xfrm>
            <a:off x="3142514" y="1526538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AFAC4C-49B1-A0AE-E643-7EF3AEA327D1}"/>
              </a:ext>
            </a:extLst>
          </p:cNvPr>
          <p:cNvSpPr txBox="1"/>
          <p:nvPr/>
        </p:nvSpPr>
        <p:spPr>
          <a:xfrm>
            <a:off x="977755" y="1526539"/>
            <a:ext cx="1571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frontend </a:t>
            </a:r>
            <a:r>
              <a:rPr lang="en-US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9B9F599F-C7DC-99EF-7460-99502CCFE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7115" y="884356"/>
            <a:ext cx="197063" cy="203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EA6A4D-8BC0-0F25-F3AB-145D9EE091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0466" y="3473181"/>
            <a:ext cx="762608" cy="295892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A434ED-2CB1-45C4-D6B1-109A31533D38}"/>
              </a:ext>
            </a:extLst>
          </p:cNvPr>
          <p:cNvCxnSpPr>
            <a:cxnSpLocks/>
            <a:stCxn id="670" idx="0"/>
            <a:endCxn id="52" idx="2"/>
          </p:cNvCxnSpPr>
          <p:nvPr/>
        </p:nvCxnSpPr>
        <p:spPr>
          <a:xfrm flipV="1">
            <a:off x="3971277" y="1834315"/>
            <a:ext cx="0" cy="51963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4FBDB149-06FD-1AD3-88B9-D3C5FE3E2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9413" y="1112698"/>
            <a:ext cx="564633" cy="41685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6B9BFE-EEDA-540F-C48E-13A34C225DF0}"/>
              </a:ext>
            </a:extLst>
          </p:cNvPr>
          <p:cNvSpPr txBox="1"/>
          <p:nvPr/>
        </p:nvSpPr>
        <p:spPr>
          <a:xfrm>
            <a:off x="2149833" y="1036046"/>
            <a:ext cx="1480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7C3EA80D-BAFC-45EB-DD68-0ABB35C1B486}"/>
              </a:ext>
            </a:extLst>
          </p:cNvPr>
          <p:cNvCxnSpPr>
            <a:cxnSpLocks/>
            <a:stCxn id="661" idx="3"/>
            <a:endCxn id="715" idx="1"/>
          </p:cNvCxnSpPr>
          <p:nvPr/>
        </p:nvCxnSpPr>
        <p:spPr>
          <a:xfrm flipV="1">
            <a:off x="2067190" y="1321127"/>
            <a:ext cx="1612223" cy="3018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730A9459-DAFD-501C-F58C-EAD654379CB2}"/>
              </a:ext>
            </a:extLst>
          </p:cNvPr>
          <p:cNvCxnSpPr>
            <a:cxnSpLocks/>
            <a:stCxn id="692" idx="3"/>
          </p:cNvCxnSpPr>
          <p:nvPr/>
        </p:nvCxnSpPr>
        <p:spPr>
          <a:xfrm flipV="1">
            <a:off x="3362939" y="3834479"/>
            <a:ext cx="4194771" cy="469134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2122F97A-8B5A-8DC9-8B4C-1E3081961900}"/>
              </a:ext>
            </a:extLst>
          </p:cNvPr>
          <p:cNvGrpSpPr/>
          <p:nvPr/>
        </p:nvGrpSpPr>
        <p:grpSpPr>
          <a:xfrm>
            <a:off x="7109654" y="3428514"/>
            <a:ext cx="896112" cy="388987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711D9070-8061-D319-A358-3D6BB64589C1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0F7A1F3D-40C7-68CE-145F-FB49238E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4ADA5567-79B8-5396-CF47-ABE36BAED440}"/>
              </a:ext>
            </a:extLst>
          </p:cNvPr>
          <p:cNvSpPr txBox="1"/>
          <p:nvPr/>
        </p:nvSpPr>
        <p:spPr>
          <a:xfrm>
            <a:off x="5329592" y="1522534"/>
            <a:ext cx="14992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postgres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A2C88963-4E5C-BFB4-7FAF-925A3E6AF2B0}"/>
              </a:ext>
            </a:extLst>
          </p:cNvPr>
          <p:cNvSpPr txBox="1"/>
          <p:nvPr/>
        </p:nvSpPr>
        <p:spPr>
          <a:xfrm>
            <a:off x="3813105" y="3167285"/>
            <a:ext cx="1781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airflow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8565C8D3-9B03-3EBE-49CA-10FE31FDE57D}"/>
              </a:ext>
            </a:extLst>
          </p:cNvPr>
          <p:cNvCxnSpPr>
            <a:cxnSpLocks/>
            <a:stCxn id="597" idx="0"/>
            <a:endCxn id="44" idx="3"/>
          </p:cNvCxnSpPr>
          <p:nvPr/>
        </p:nvCxnSpPr>
        <p:spPr>
          <a:xfrm rot="16200000" flipV="1">
            <a:off x="5874774" y="1745577"/>
            <a:ext cx="2105470" cy="1260403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6" name="TextBox 625">
            <a:extLst>
              <a:ext uri="{FF2B5EF4-FFF2-40B4-BE49-F238E27FC236}">
                <a16:creationId xmlns:a16="http://schemas.microsoft.com/office/drawing/2014/main" id="{17B69DE1-33EF-5E03-8326-C0CB0D86E2FD}"/>
              </a:ext>
            </a:extLst>
          </p:cNvPr>
          <p:cNvSpPr txBox="1"/>
          <p:nvPr/>
        </p:nvSpPr>
        <p:spPr>
          <a:xfrm>
            <a:off x="5393175" y="3620320"/>
            <a:ext cx="1917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D70AD31E-19CE-30A0-0DBD-362F54CBC38D}"/>
              </a:ext>
            </a:extLst>
          </p:cNvPr>
          <p:cNvSpPr txBox="1"/>
          <p:nvPr/>
        </p:nvSpPr>
        <p:spPr>
          <a:xfrm rot="5400000">
            <a:off x="6766104" y="2416904"/>
            <a:ext cx="19114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7" name="Picture 6" descr="Docker Icon in SVG, PNG formats">
            <a:extLst>
              <a:ext uri="{FF2B5EF4-FFF2-40B4-BE49-F238E27FC236}">
                <a16:creationId xmlns:a16="http://schemas.microsoft.com/office/drawing/2014/main" id="{E9A1FD7E-3B9E-D2B9-543C-FE37C712E0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38587" y="1986191"/>
            <a:ext cx="247147" cy="24714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70D2196D-59E9-177A-CEE7-8001F3B670FB}"/>
              </a:ext>
            </a:extLst>
          </p:cNvPr>
          <p:cNvSpPr txBox="1"/>
          <p:nvPr/>
        </p:nvSpPr>
        <p:spPr>
          <a:xfrm>
            <a:off x="2561373" y="3851017"/>
            <a:ext cx="1274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data-update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35E20B-C39B-0882-F9B6-EB9C6AAA42A6}"/>
              </a:ext>
            </a:extLst>
          </p:cNvPr>
          <p:cNvCxnSpPr>
            <a:cxnSpLocks/>
            <a:stCxn id="3" idx="3"/>
            <a:endCxn id="597" idx="1"/>
          </p:cNvCxnSpPr>
          <p:nvPr/>
        </p:nvCxnSpPr>
        <p:spPr>
          <a:xfrm>
            <a:off x="5153074" y="3621127"/>
            <a:ext cx="1956580" cy="1881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037E71C-353B-42DC-4DB0-AF72C5BEBDA8}"/>
              </a:ext>
            </a:extLst>
          </p:cNvPr>
          <p:cNvCxnSpPr>
            <a:cxnSpLocks/>
            <a:endCxn id="603" idx="0"/>
          </p:cNvCxnSpPr>
          <p:nvPr/>
        </p:nvCxnSpPr>
        <p:spPr>
          <a:xfrm>
            <a:off x="4703906" y="2661723"/>
            <a:ext cx="0" cy="505562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859F5EC-BB3D-BA80-2986-E120FD7F83B3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3198645" y="2642719"/>
            <a:ext cx="0" cy="1208298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22" name="Picture 621" descr="Docker Icon in SVG, PNG formats">
            <a:extLst>
              <a:ext uri="{FF2B5EF4-FFF2-40B4-BE49-F238E27FC236}">
                <a16:creationId xmlns:a16="http://schemas.microsoft.com/office/drawing/2014/main" id="{443B7520-6A7C-4CAD-810B-36648AB2DE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66147" y="2014833"/>
            <a:ext cx="247147" cy="247147"/>
          </a:xfrm>
          <a:prstGeom prst="rect">
            <a:avLst/>
          </a:prstGeom>
        </p:spPr>
      </p:pic>
      <p:pic>
        <p:nvPicPr>
          <p:cNvPr id="625" name="Picture 624" descr="Docker Icon in SVG, PNG formats">
            <a:extLst>
              <a:ext uri="{FF2B5EF4-FFF2-40B4-BE49-F238E27FC236}">
                <a16:creationId xmlns:a16="http://schemas.microsoft.com/office/drawing/2014/main" id="{CC681AFC-5BDB-74C4-A89B-6BA6DF2B22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47158" y="2014834"/>
            <a:ext cx="247147" cy="247147"/>
          </a:xfrm>
          <a:prstGeom prst="rect">
            <a:avLst/>
          </a:prstGeom>
        </p:spPr>
      </p:pic>
      <p:pic>
        <p:nvPicPr>
          <p:cNvPr id="629" name="Picture 628" descr="Docker Icon in SVG, PNG formats">
            <a:extLst>
              <a:ext uri="{FF2B5EF4-FFF2-40B4-BE49-F238E27FC236}">
                <a16:creationId xmlns:a16="http://schemas.microsoft.com/office/drawing/2014/main" id="{D61E0EED-CADB-5201-BC04-88668B515D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72550" y="2781700"/>
            <a:ext cx="247147" cy="247147"/>
          </a:xfrm>
          <a:prstGeom prst="rect">
            <a:avLst/>
          </a:prstGeom>
        </p:spPr>
      </p:pic>
      <p:pic>
        <p:nvPicPr>
          <p:cNvPr id="631" name="Picture 630" descr="Docker Icon in SVG, PNG formats">
            <a:extLst>
              <a:ext uri="{FF2B5EF4-FFF2-40B4-BE49-F238E27FC236}">
                <a16:creationId xmlns:a16="http://schemas.microsoft.com/office/drawing/2014/main" id="{5208CC7B-BFBB-DEE3-0D47-2FDC595CDA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9485" y="2810055"/>
            <a:ext cx="247147" cy="247147"/>
          </a:xfrm>
          <a:prstGeom prst="rect">
            <a:avLst/>
          </a:prstGeom>
        </p:spPr>
      </p:pic>
      <p:sp>
        <p:nvSpPr>
          <p:cNvPr id="677" name="TextBox 676">
            <a:extLst>
              <a:ext uri="{FF2B5EF4-FFF2-40B4-BE49-F238E27FC236}">
                <a16:creationId xmlns:a16="http://schemas.microsoft.com/office/drawing/2014/main" id="{28CD5A56-BB03-18DC-CA9A-716BB92B2385}"/>
              </a:ext>
            </a:extLst>
          </p:cNvPr>
          <p:cNvSpPr txBox="1"/>
          <p:nvPr/>
        </p:nvSpPr>
        <p:spPr>
          <a:xfrm>
            <a:off x="3835918" y="4295695"/>
            <a:ext cx="3732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pic>
        <p:nvPicPr>
          <p:cNvPr id="685" name="Picture 684">
            <a:extLst>
              <a:ext uri="{FF2B5EF4-FFF2-40B4-BE49-F238E27FC236}">
                <a16:creationId xmlns:a16="http://schemas.microsoft.com/office/drawing/2014/main" id="{7AE2D7F6-CD5B-6DBA-EAA7-92EBD7C2BB4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99919" y="3634776"/>
            <a:ext cx="307777" cy="307777"/>
          </a:xfrm>
          <a:prstGeom prst="rect">
            <a:avLst/>
          </a:prstGeom>
        </p:spPr>
      </p:pic>
      <p:pic>
        <p:nvPicPr>
          <p:cNvPr id="687" name="Picture 686">
            <a:extLst>
              <a:ext uri="{FF2B5EF4-FFF2-40B4-BE49-F238E27FC236}">
                <a16:creationId xmlns:a16="http://schemas.microsoft.com/office/drawing/2014/main" id="{F8946F9C-4916-91EC-4E38-C7862814410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22682" y="4318608"/>
            <a:ext cx="300011" cy="300011"/>
          </a:xfrm>
          <a:prstGeom prst="rect">
            <a:avLst/>
          </a:prstGeom>
        </p:spPr>
      </p:pic>
      <p:sp>
        <p:nvSpPr>
          <p:cNvPr id="646" name="TextBox 645">
            <a:extLst>
              <a:ext uri="{FF2B5EF4-FFF2-40B4-BE49-F238E27FC236}">
                <a16:creationId xmlns:a16="http://schemas.microsoft.com/office/drawing/2014/main" id="{0CD0BFA2-3EA8-521D-CE70-5A08FE56D997}"/>
              </a:ext>
            </a:extLst>
          </p:cNvPr>
          <p:cNvSpPr txBox="1"/>
          <p:nvPr/>
        </p:nvSpPr>
        <p:spPr>
          <a:xfrm>
            <a:off x="5646079" y="3700919"/>
            <a:ext cx="42903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</a:t>
            </a:r>
            <a:r>
              <a:rPr lang="en-US" sz="3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sz="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hrs</a:t>
            </a:r>
            <a:endParaRPr lang="en-US" sz="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92" name="Picture 691" descr="Python (programming language) - Wikipedia">
            <a:extLst>
              <a:ext uri="{FF2B5EF4-FFF2-40B4-BE49-F238E27FC236}">
                <a16:creationId xmlns:a16="http://schemas.microsoft.com/office/drawing/2014/main" id="{48C2BA47-F3B8-8AC0-9B2A-C67BCD391E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34351" y="4139319"/>
            <a:ext cx="328588" cy="328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Picture 694">
            <a:extLst>
              <a:ext uri="{FF2B5EF4-FFF2-40B4-BE49-F238E27FC236}">
                <a16:creationId xmlns:a16="http://schemas.microsoft.com/office/drawing/2014/main" id="{4BF7BEB4-4C12-8368-7A73-6A478C8035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7200000">
            <a:off x="7607805" y="2029435"/>
            <a:ext cx="217941" cy="2179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D310C-A59A-B0BC-FDB7-DC88DBD2678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80137" y="908420"/>
            <a:ext cx="857296" cy="15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025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</Words>
  <Application>Microsoft Office PowerPoint</Application>
  <PresentationFormat>On-screen Show (16:9)</PresentationFormat>
  <Paragraphs>63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9" baseType="lpstr">
      <vt:lpstr>Arial</vt:lpstr>
      <vt:lpstr>Consolas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Table of Contents</vt:lpstr>
      <vt:lpstr>First section  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72</cp:revision>
  <dcterms:modified xsi:type="dcterms:W3CDTF">2026-08-18T08:37:18Z</dcterms:modified>
</cp:coreProperties>
</file>