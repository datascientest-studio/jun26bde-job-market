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1"/>
  </p:notesMasterIdLst>
  <p:sldIdLst>
    <p:sldId id="256" r:id="rId3"/>
    <p:sldId id="258" r:id="rId4"/>
    <p:sldId id="260" r:id="rId5"/>
    <p:sldId id="257" r:id="rId6"/>
    <p:sldId id="276" r:id="rId7"/>
    <p:sldId id="277" r:id="rId8"/>
    <p:sldId id="278" r:id="rId9"/>
    <p:sldId id="273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 varScale="1">
        <p:scale>
          <a:sx n="192" d="100"/>
          <a:sy n="192" d="100"/>
        </p:scale>
        <p:origin x="90" y="264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37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5" Type="http://schemas.openxmlformats.org/officeDocument/2006/relationships/image" Target="../media/image42.png"/><Relationship Id="rId10" Type="http://schemas.openxmlformats.org/officeDocument/2006/relationships/image" Target="../media/image39.png"/><Relationship Id="rId4" Type="http://schemas.openxmlformats.org/officeDocument/2006/relationships/image" Target="../media/image41.png"/><Relationship Id="rId9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46.gif"/><Relationship Id="rId5" Type="http://schemas.openxmlformats.org/officeDocument/2006/relationships/image" Target="../media/image45.png"/><Relationship Id="rId4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950293" y="654602"/>
            <a:ext cx="7066567" cy="420922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4271478" y="2017557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77537" y="2201629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3662259" y="971973"/>
            <a:ext cx="2076856" cy="423153"/>
            <a:chOff x="851170" y="2258330"/>
            <a:chExt cx="2076856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851170" y="2258330"/>
              <a:ext cx="2076856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dirty="0" err="1"/>
                <a:t>Arbeitsagentur</a:t>
              </a:r>
              <a:r>
                <a:rPr lang="en-US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796" y="2291181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82" y="2018748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5122" y="2017557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4700686" y="1507860"/>
            <a:ext cx="17556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2259" y="3568510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4700687" y="1395126"/>
            <a:ext cx="3" cy="6224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2184105" y="1933619"/>
            <a:ext cx="2076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data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5140416" y="1944908"/>
            <a:ext cx="2131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Processed job data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1564585" y="1271270"/>
            <a:ext cx="79931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Archive</a:t>
            </a:r>
          </a:p>
          <a:p>
            <a:pPr algn="ctr"/>
            <a:r>
              <a:rPr lang="en-US" dirty="0">
                <a:solidFill>
                  <a:schemeClr val="bg2">
                    <a:lumMod val="50000"/>
                    <a:lumOff val="50000"/>
                  </a:schemeClr>
                </a:solidFill>
              </a:rPr>
              <a:t>(JSON)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5022" y="4110004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6383" y="3552235"/>
            <a:ext cx="690489" cy="509775"/>
          </a:xfrm>
          <a:prstGeom prst="rect">
            <a:avLst/>
          </a:prstGeom>
        </p:spPr>
      </p:pic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A247DC78-1838-A5CB-076D-DC5F07103284}"/>
              </a:ext>
            </a:extLst>
          </p:cNvPr>
          <p:cNvCxnSpPr>
            <a:stCxn id="661" idx="3"/>
            <a:endCxn id="715" idx="1"/>
          </p:cNvCxnSpPr>
          <p:nvPr/>
        </p:nvCxnSpPr>
        <p:spPr>
          <a:xfrm flipV="1">
            <a:off x="4303548" y="3807123"/>
            <a:ext cx="1602835" cy="16275"/>
          </a:xfrm>
          <a:prstGeom prst="straightConnector1">
            <a:avLst/>
          </a:prstGeom>
          <a:ln w="19050">
            <a:prstDash val="solid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70739" y="4122559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68780" y="3253164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5949" y="3707967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stCxn id="661" idx="1"/>
            <a:endCxn id="723" idx="3"/>
          </p:cNvCxnSpPr>
          <p:nvPr/>
        </p:nvCxnSpPr>
        <p:spPr>
          <a:xfrm flipH="1" flipV="1">
            <a:off x="2968937" y="3407053"/>
            <a:ext cx="693322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971770" y="3823398"/>
            <a:ext cx="690489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939207" y="3823398"/>
            <a:ext cx="723052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5129902" y="2229134"/>
            <a:ext cx="2314480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4279454" y="3515621"/>
            <a:ext cx="1626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6885" y="3540878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2144572" y="3248270"/>
            <a:ext cx="462826" cy="1160873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2178618" y="2229134"/>
            <a:ext cx="2092860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C5475C9-830D-D321-00E6-236F038CF088}"/>
              </a:ext>
            </a:extLst>
          </p:cNvPr>
          <p:cNvCxnSpPr>
            <a:stCxn id="715" idx="3"/>
            <a:endCxn id="44" idx="2"/>
          </p:cNvCxnSpPr>
          <p:nvPr/>
        </p:nvCxnSpPr>
        <p:spPr>
          <a:xfrm flipV="1">
            <a:off x="6596872" y="2441901"/>
            <a:ext cx="1084176" cy="1365222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1074532" y="749512"/>
            <a:ext cx="5980318" cy="1903811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1074530" y="3046517"/>
            <a:ext cx="5980317" cy="1606499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1074531" y="749512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1084407" y="3046516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0037" y="1701417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54255" y="4094561"/>
            <a:ext cx="857296" cy="1573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46653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15948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15948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15950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857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692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574263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893563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060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271009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277922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272999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3065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34385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6814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41193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182524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15594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18108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256925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592509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0605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850315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580454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690556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182524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450797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450797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256925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874644" y="675593"/>
            <a:ext cx="7259706" cy="408891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104627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32" idx="0"/>
            <a:endCxn id="601" idx="2"/>
          </p:cNvCxnSpPr>
          <p:nvPr/>
        </p:nvCxnSpPr>
        <p:spPr>
          <a:xfrm rot="5400000" flipH="1" flipV="1">
            <a:off x="5058668" y="1354151"/>
            <a:ext cx="571787" cy="1422315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109" y="115444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115444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2248130" y="1291396"/>
            <a:ext cx="581689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35394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99434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308971"/>
            <a:ext cx="1695085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145281" y="1463566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977755" y="1468484"/>
            <a:ext cx="1571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1279" y="93332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358306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771343"/>
            <a:ext cx="2767" cy="58260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115511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103604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31304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3670236"/>
            <a:ext cx="3237739" cy="63337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180686" y="3346030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5306090" y="1471637"/>
            <a:ext cx="1499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052410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262626"/>
                </a:solidFill>
              </a:rPr>
              <a:t>airflow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876232" y="1664552"/>
            <a:ext cx="2037059" cy="1325898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5923138" y="3505445"/>
            <a:ext cx="1186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66104" y="2432293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38587" y="1986191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851017"/>
            <a:ext cx="1274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506252"/>
            <a:ext cx="1403467" cy="1881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4155677" y="2661723"/>
            <a:ext cx="9273" cy="1189294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18850" y="1819485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91419" y="1825159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75718" y="2481168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272444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295695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318608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12928" y="3531094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139319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07805" y="2029435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95515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201630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215782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507834"/>
            <a:ext cx="1122643" cy="384697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51183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956058" y="2892532"/>
            <a:ext cx="17816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9" idx="3"/>
          </p:cNvCxnSpPr>
          <p:nvPr/>
        </p:nvCxnSpPr>
        <p:spPr>
          <a:xfrm rot="5400000">
            <a:off x="1804654" y="2872448"/>
            <a:ext cx="1716750" cy="130330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097813" y="3912189"/>
            <a:ext cx="1492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35795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35120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670" idx="3"/>
            <a:endCxn id="603" idx="0"/>
          </p:cNvCxnSpPr>
          <p:nvPr/>
        </p:nvCxnSpPr>
        <p:spPr>
          <a:xfrm>
            <a:off x="4973052" y="2507835"/>
            <a:ext cx="354999" cy="54457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544812"/>
            <a:ext cx="2583" cy="367377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2992464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11631" y="3526476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7ACA37-8E21-5442-F80F-F5C8857859AA}"/>
              </a:ext>
            </a:extLst>
          </p:cNvPr>
          <p:cNvSpPr txBox="1"/>
          <p:nvPr/>
        </p:nvSpPr>
        <p:spPr>
          <a:xfrm>
            <a:off x="4496687" y="3639458"/>
            <a:ext cx="14889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extract &gt;&gt; transform &gt;&gt; load</a:t>
            </a:r>
          </a:p>
        </p:txBody>
      </p: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211</Words>
  <Application>Microsoft Office PowerPoint</Application>
  <PresentationFormat>On-screen Show (16:9)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20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101</cp:revision>
  <dcterms:modified xsi:type="dcterms:W3CDTF">2026-08-21T12:21:00Z</dcterms:modified>
</cp:coreProperties>
</file>