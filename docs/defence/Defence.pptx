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0"/>
  </p:notesMasterIdLst>
  <p:sldIdLst>
    <p:sldId id="256" r:id="rId3"/>
    <p:sldId id="258" r:id="rId4"/>
    <p:sldId id="260" r:id="rId5"/>
    <p:sldId id="257" r:id="rId6"/>
    <p:sldId id="276" r:id="rId7"/>
    <p:sldId id="277" r:id="rId8"/>
    <p:sldId id="27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2" d="100"/>
          <a:sy n="192" d="100"/>
        </p:scale>
        <p:origin x="138" y="36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37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5.gif"/><Relationship Id="rId5" Type="http://schemas.openxmlformats.org/officeDocument/2006/relationships/image" Target="../media/image44.png"/><Relationship Id="rId4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0037" y="1701417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54255" y="4094561"/>
            <a:ext cx="857296" cy="15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874644" y="675593"/>
            <a:ext cx="7259706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32" idx="0"/>
            <a:endCxn id="601" idx="2"/>
          </p:cNvCxnSpPr>
          <p:nvPr/>
        </p:nvCxnSpPr>
        <p:spPr>
          <a:xfrm rot="5400000" flipH="1" flipV="1">
            <a:off x="5095867" y="1367848"/>
            <a:ext cx="520890" cy="14458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3976" y="1111467"/>
            <a:ext cx="473331" cy="423153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81" y="1118733"/>
            <a:ext cx="516809" cy="41082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2277157" y="1320423"/>
            <a:ext cx="523634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6477" y="917021"/>
            <a:ext cx="701850" cy="129515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>
            <a:off x="4244046" y="1321127"/>
            <a:ext cx="1579930" cy="191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2514" y="1526538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526539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7115" y="884356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358306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834315"/>
            <a:ext cx="0" cy="51963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9413" y="1112698"/>
            <a:ext cx="564633" cy="4168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 flipV="1">
            <a:off x="2067190" y="1321127"/>
            <a:ext cx="1612223" cy="3018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3702626"/>
            <a:ext cx="3237739" cy="60098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109654" y="3313639"/>
            <a:ext cx="896112" cy="388987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29592" y="1522534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052410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32212" y="1688140"/>
            <a:ext cx="1990595" cy="126040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5923138" y="3505445"/>
            <a:ext cx="1186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66104" y="2432293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506252"/>
            <a:ext cx="1332435" cy="1881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4155677" y="2661723"/>
            <a:ext cx="9273" cy="1189294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1462" y="1854458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93750" y="1826055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75718" y="2481168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272444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295695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318608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12928" y="3531094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6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hrs</a:t>
              </a:r>
              <a:endParaRPr lang="en-US" sz="6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07805" y="2029435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80137" y="90842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201630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215782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507834"/>
            <a:ext cx="1122643" cy="38469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51183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956058" y="2892532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9" idx="3"/>
          </p:cNvCxnSpPr>
          <p:nvPr/>
        </p:nvCxnSpPr>
        <p:spPr>
          <a:xfrm rot="5400000">
            <a:off x="1804654" y="2872448"/>
            <a:ext cx="1716750" cy="130330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097813" y="3912189"/>
            <a:ext cx="1492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35795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35120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670" idx="3"/>
            <a:endCxn id="603" idx="0"/>
          </p:cNvCxnSpPr>
          <p:nvPr/>
        </p:nvCxnSpPr>
        <p:spPr>
          <a:xfrm>
            <a:off x="4973052" y="2507835"/>
            <a:ext cx="354999" cy="54457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544812"/>
            <a:ext cx="2583" cy="36737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2992464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11631" y="3526476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</Words>
  <Application>Microsoft Office PowerPoint</Application>
  <PresentationFormat>On-screen Show (16:9)</PresentationFormat>
  <Paragraphs>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77</cp:revision>
  <dcterms:modified xsi:type="dcterms:W3CDTF">2026-08-21T06:55:07Z</dcterms:modified>
</cp:coreProperties>
</file>