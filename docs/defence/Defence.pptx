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2"/>
  </p:notesMasterIdLst>
  <p:sldIdLst>
    <p:sldId id="256" r:id="rId3"/>
    <p:sldId id="258" r:id="rId4"/>
    <p:sldId id="260" r:id="rId5"/>
    <p:sldId id="257" r:id="rId6"/>
    <p:sldId id="279" r:id="rId7"/>
    <p:sldId id="276" r:id="rId8"/>
    <p:sldId id="277" r:id="rId9"/>
    <p:sldId id="278" r:id="rId10"/>
    <p:sldId id="273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5858"/>
    <a:srgbClr val="336791"/>
    <a:srgbClr val="EF552E"/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6" d="100"/>
          <a:sy n="196" d="100"/>
        </p:scale>
        <p:origin x="144" y="192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6.png"/><Relationship Id="rId11" Type="http://schemas.openxmlformats.org/officeDocument/2006/relationships/image" Target="../media/image39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28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png"/><Relationship Id="rId1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42.png"/><Relationship Id="rId17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41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37.png"/><Relationship Id="rId10" Type="http://schemas.openxmlformats.org/officeDocument/2006/relationships/image" Target="../media/image43.png"/><Relationship Id="rId4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9.gif"/><Relationship Id="rId5" Type="http://schemas.openxmlformats.org/officeDocument/2006/relationships/image" Target="../media/image48.png"/><Relationship Id="rId4" Type="http://schemas.openxmlformats.org/officeDocument/2006/relationships/image" Target="../media/image4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871661" y="663659"/>
            <a:ext cx="740067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116905"/>
              </p:ext>
            </p:extLst>
          </p:nvPr>
        </p:nvGraphicFramePr>
        <p:xfrm>
          <a:off x="810482" y="1106154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219" y="2489353"/>
            <a:ext cx="869939" cy="160533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7467" y="2440766"/>
            <a:ext cx="252670" cy="2606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160" y="2463120"/>
            <a:ext cx="762608" cy="2958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487" y="2463120"/>
            <a:ext cx="1171978" cy="2151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7859" y="1803719"/>
            <a:ext cx="329030" cy="329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831328-913F-09F1-7B6B-C2331140D1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4027" y="166581"/>
            <a:ext cx="324205" cy="324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E25944D-59BE-64D2-0994-16283BC3D8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0555" y="1855750"/>
            <a:ext cx="251030" cy="27699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FE81BD5-D3BD-16A8-90DF-68C61662789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34" y="1871906"/>
            <a:ext cx="1091119" cy="26638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74433" y="1871906"/>
            <a:ext cx="1091119" cy="26638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BE9B3AB-FC5A-E610-A0E1-B7C0D9A0E3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47854" y="1835041"/>
            <a:ext cx="1091119" cy="2663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3219" y="2421783"/>
            <a:ext cx="968825" cy="36492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326889" y="1835041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258787" y="2431119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642B5A-1B28-CA8A-6779-A4CC7C21C6DE}"/>
              </a:ext>
            </a:extLst>
          </p:cNvPr>
          <p:cNvSpPr txBox="1"/>
          <p:nvPr/>
        </p:nvSpPr>
        <p:spPr>
          <a:xfrm>
            <a:off x="4258787" y="1866599"/>
            <a:ext cx="965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JSON</a:t>
            </a:r>
            <a:endParaRPr lang="en-US" sz="1200" dirty="0">
              <a:solidFill>
                <a:srgbClr val="3367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874644" y="675593"/>
            <a:ext cx="740067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32" idx="0"/>
            <a:endCxn id="601" idx="2"/>
          </p:cNvCxnSpPr>
          <p:nvPr/>
        </p:nvCxnSpPr>
        <p:spPr>
          <a:xfrm rot="5400000" flipH="1" flipV="1">
            <a:off x="5058668" y="1354151"/>
            <a:ext cx="571787" cy="1422315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109" y="115444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115444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2248130" y="1291396"/>
            <a:ext cx="581689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99434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308971"/>
            <a:ext cx="1695085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5281" y="1463566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468484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1279" y="93332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358306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771343"/>
            <a:ext cx="2767" cy="58260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115511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31304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3670237"/>
            <a:ext cx="3027413" cy="63337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6970360" y="3346031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06090" y="1471637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052410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62626"/>
                </a:solidFill>
              </a:rPr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771068" y="1769715"/>
            <a:ext cx="2037060" cy="1115572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505445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555778" y="2432294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506252"/>
            <a:ext cx="1193141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665726"/>
            <a:ext cx="0" cy="118529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8850" y="1819485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1419" y="1825159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5718" y="2481168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272444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295695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318608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525648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397479" y="2029436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95515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201630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215782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507834"/>
            <a:ext cx="1122643" cy="38469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51183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956058" y="2892532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31553" y="2982947"/>
            <a:ext cx="1400351" cy="765910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139779" y="3912189"/>
            <a:ext cx="140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35795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35120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670" idx="3"/>
            <a:endCxn id="603" idx="0"/>
          </p:cNvCxnSpPr>
          <p:nvPr/>
        </p:nvCxnSpPr>
        <p:spPr>
          <a:xfrm>
            <a:off x="4973052" y="2507835"/>
            <a:ext cx="354999" cy="54457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544812"/>
            <a:ext cx="2583" cy="36737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2992464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11631" y="3526476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ACA37-8E21-5442-F80F-F5C8857859AA}"/>
              </a:ext>
            </a:extLst>
          </p:cNvPr>
          <p:cNvSpPr txBox="1"/>
          <p:nvPr/>
        </p:nvSpPr>
        <p:spPr>
          <a:xfrm>
            <a:off x="4496687" y="3639458"/>
            <a:ext cx="14889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extract &gt;&gt; transform &gt;&gt; load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152" y="3346032"/>
            <a:ext cx="324205" cy="3242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</Words>
  <Application>Microsoft Office PowerPoint</Application>
  <PresentationFormat>On-screen Show (16:9)</PresentationFormat>
  <Paragraphs>98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21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113</cp:revision>
  <dcterms:modified xsi:type="dcterms:W3CDTF">2026-08-29T12:41:16Z</dcterms:modified>
</cp:coreProperties>
</file>