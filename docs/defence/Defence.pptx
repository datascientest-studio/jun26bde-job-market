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9"/>
  </p:notesMasterIdLst>
  <p:sldIdLst>
    <p:sldId id="256" r:id="rId3"/>
    <p:sldId id="258" r:id="rId4"/>
    <p:sldId id="260" r:id="rId5"/>
    <p:sldId id="257" r:id="rId6"/>
    <p:sldId id="274" r:id="rId7"/>
    <p:sldId id="273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2" d="100"/>
          <a:sy n="192" d="100"/>
        </p:scale>
        <p:origin x="132" y="264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E141CA09-99D1-E0D8-82F8-192959C3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B83B208-B2F4-E85A-1445-F5C1068E90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E69D4B90-97B0-FE88-A6E4-8ED7561328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5070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5.png"/><Relationship Id="rId9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38.gif"/><Relationship Id="rId5" Type="http://schemas.openxmlformats.org/officeDocument/2006/relationships/image" Target="../media/image37.png"/><Relationship Id="rId4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725558" y="546652"/>
            <a:ext cx="7628282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037530" y="1909607"/>
            <a:ext cx="1645416" cy="423153"/>
            <a:chOff x="3749292" y="2171346"/>
            <a:chExt cx="164541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3749292" y="2171346"/>
              <a:ext cx="164541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Data Pipeline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15763" y="2199264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821807" y="86402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2401" y="191079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60387" y="1909607"/>
            <a:ext cx="393496" cy="45274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5A7CAB1-991B-E217-0B5E-8A212BD3A61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2393" y="1630194"/>
            <a:ext cx="473331" cy="264243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47536" y="1438729"/>
            <a:ext cx="1678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raw JSON</a:t>
            </a:r>
          </a:p>
        </p:txBody>
      </p:sp>
      <p:pic>
        <p:nvPicPr>
          <p:cNvPr id="655" name="Picture 654">
            <a:extLst>
              <a:ext uri="{FF2B5EF4-FFF2-40B4-BE49-F238E27FC236}">
                <a16:creationId xmlns:a16="http://schemas.microsoft.com/office/drawing/2014/main" id="{2BE3BB11-A8F8-F691-35C6-48F43D59F3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9183" y="4074020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C7E9C915-7304-1879-E79F-A090CE9804E2}"/>
              </a:ext>
            </a:extLst>
          </p:cNvPr>
          <p:cNvSpPr txBox="1"/>
          <p:nvPr/>
        </p:nvSpPr>
        <p:spPr>
          <a:xfrm>
            <a:off x="3082208" y="4049161"/>
            <a:ext cx="886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37524" y="3581916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860235" y="128717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1959370" y="182566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raw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681648" y="1836958"/>
            <a:ext cx="20794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normalized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361712" y="1178239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Raw 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JSON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70287" y="4123410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81648" y="3565641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078813" y="3820529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46004" y="4135965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44045" y="3266570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441214" y="3721373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744202" y="3420459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747035" y="3836804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714472" y="3836804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682946" y="2121184"/>
            <a:ext cx="2079455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054719" y="3529027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2E6E37-E807-DCF9-4826-CDC3894C61C4}"/>
              </a:ext>
            </a:extLst>
          </p:cNvPr>
          <p:cNvSpPr txBox="1"/>
          <p:nvPr/>
        </p:nvSpPr>
        <p:spPr>
          <a:xfrm>
            <a:off x="3133332" y="2287335"/>
            <a:ext cx="345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download → transform → geocode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82150" y="3554284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1919837" y="3261676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1953883" y="2121184"/>
            <a:ext cx="2083647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372137" y="2333951"/>
            <a:ext cx="1626930" cy="1486578"/>
          </a:xfrm>
          <a:prstGeom prst="bentConnector2">
            <a:avLst/>
          </a:prstGeom>
          <a:ln w="19050">
            <a:solidFill>
              <a:schemeClr val="bg2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849796" y="641562"/>
            <a:ext cx="5789543" cy="2068628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849796" y="3059923"/>
            <a:ext cx="5789543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849796" y="64156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859672" y="3059922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64CECB5F-9F58-5B50-2163-8772B4078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19A03F92-9460-0F92-EA89-32CD4C6AADAD}"/>
              </a:ext>
            </a:extLst>
          </p:cNvPr>
          <p:cNvSpPr/>
          <p:nvPr/>
        </p:nvSpPr>
        <p:spPr>
          <a:xfrm>
            <a:off x="1908313" y="924339"/>
            <a:ext cx="6211957" cy="31507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74DA74AF-DC3D-8AF8-CE61-AC570F96E0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857CEEA4-C9D2-AFBE-97A5-9D3E583DA01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31CA3E9D-9DAA-46B3-EBA7-CDB770B6BED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1A95CCB-9848-3F3C-F3F7-9F9404FFA1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212" y="2747378"/>
            <a:ext cx="473331" cy="423153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E68FFE1-30D4-F7B6-327A-0B4F8321A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212" y="2483135"/>
            <a:ext cx="473331" cy="264243"/>
          </a:xfrm>
          <a:prstGeom prst="rect">
            <a:avLst/>
          </a:prstGeom>
        </p:spPr>
      </p:pic>
      <p:pic>
        <p:nvPicPr>
          <p:cNvPr id="655" name="Picture 654">
            <a:extLst>
              <a:ext uri="{FF2B5EF4-FFF2-40B4-BE49-F238E27FC236}">
                <a16:creationId xmlns:a16="http://schemas.microsoft.com/office/drawing/2014/main" id="{2362410F-6A4C-CF62-A4E9-23850713A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538" y="3199891"/>
            <a:ext cx="762002" cy="252985"/>
          </a:xfrm>
          <a:prstGeom prst="rect">
            <a:avLst/>
          </a:prstGeom>
        </p:spPr>
      </p:pic>
      <p:sp>
        <p:nvSpPr>
          <p:cNvPr id="657" name="TextBox 656">
            <a:extLst>
              <a:ext uri="{FF2B5EF4-FFF2-40B4-BE49-F238E27FC236}">
                <a16:creationId xmlns:a16="http://schemas.microsoft.com/office/drawing/2014/main" id="{43AA9772-FF0C-0BAC-1E1C-38B0996963DE}"/>
              </a:ext>
            </a:extLst>
          </p:cNvPr>
          <p:cNvSpPr txBox="1"/>
          <p:nvPr/>
        </p:nvSpPr>
        <p:spPr>
          <a:xfrm>
            <a:off x="2366473" y="3177208"/>
            <a:ext cx="641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Dash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AC28EDCA-F9C5-45F6-17E0-86201463A2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4769" y="2704066"/>
            <a:ext cx="641289" cy="509775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2DD53C0C-C62D-9A37-5657-ED794E68B1CB}"/>
              </a:ext>
            </a:extLst>
          </p:cNvPr>
          <p:cNvCxnSpPr>
            <a:cxnSpLocks/>
            <a:stCxn id="670" idx="1"/>
            <a:endCxn id="661" idx="0"/>
          </p:cNvCxnSpPr>
          <p:nvPr/>
        </p:nvCxnSpPr>
        <p:spPr>
          <a:xfrm rot="10800000" flipV="1">
            <a:off x="2965415" y="1434078"/>
            <a:ext cx="604811" cy="126998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42734B54-700F-696C-F491-A90F34EFAA92}"/>
              </a:ext>
            </a:extLst>
          </p:cNvPr>
          <p:cNvSpPr txBox="1"/>
          <p:nvPr/>
        </p:nvSpPr>
        <p:spPr>
          <a:xfrm>
            <a:off x="3570225" y="1280190"/>
            <a:ext cx="20035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“docker compose up”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0912692A-156B-8808-EA6E-E7C957DFF2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7203" y="3266340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F7062A8E-B6A3-9801-2BFF-C763D1FAFD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8564" y="2708571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1B080F9F-C672-E233-C620-3C701FFEAFAD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>
            <a:off x="3286058" y="2958954"/>
            <a:ext cx="2522506" cy="450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292D3584-EB1F-1601-4FEF-28E12993C868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6499053" y="2958955"/>
            <a:ext cx="1009159" cy="4504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0D273EA-9842-CE8F-8182-43F531830873}"/>
              </a:ext>
            </a:extLst>
          </p:cNvPr>
          <p:cNvSpPr txBox="1"/>
          <p:nvPr/>
        </p:nvSpPr>
        <p:spPr>
          <a:xfrm>
            <a:off x="3286059" y="2671957"/>
            <a:ext cx="25225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E8D03F-A39F-B064-0631-DDCF5691CEF5}"/>
              </a:ext>
            </a:extLst>
          </p:cNvPr>
          <p:cNvSpPr/>
          <p:nvPr/>
        </p:nvSpPr>
        <p:spPr>
          <a:xfrm>
            <a:off x="4833756" y="2708570"/>
            <a:ext cx="117601" cy="7187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74ECFD33-5FEF-C58B-8015-0F002C5A7315}"/>
              </a:ext>
            </a:extLst>
          </p:cNvPr>
          <p:cNvCxnSpPr>
            <a:cxnSpLocks/>
            <a:stCxn id="670" idx="3"/>
            <a:endCxn id="715" idx="0"/>
          </p:cNvCxnSpPr>
          <p:nvPr/>
        </p:nvCxnSpPr>
        <p:spPr>
          <a:xfrm>
            <a:off x="5573775" y="1434079"/>
            <a:ext cx="580034" cy="1274492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9CB5FAC8-BDF1-C460-A296-61C00FE6E9B7}"/>
              </a:ext>
            </a:extLst>
          </p:cNvPr>
          <p:cNvSpPr txBox="1"/>
          <p:nvPr/>
        </p:nvSpPr>
        <p:spPr>
          <a:xfrm>
            <a:off x="4938460" y="3493589"/>
            <a:ext cx="24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http://127.0.0.1:8000/docs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2E6776-E07F-419C-40C8-4BF2296619F8}"/>
              </a:ext>
            </a:extLst>
          </p:cNvPr>
          <p:cNvSpPr txBox="1"/>
          <p:nvPr/>
        </p:nvSpPr>
        <p:spPr>
          <a:xfrm>
            <a:off x="1756651" y="3493589"/>
            <a:ext cx="24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http://127.0.0.1:8050</a:t>
            </a:r>
          </a:p>
        </p:txBody>
      </p:sp>
    </p:spTree>
    <p:extLst>
      <p:ext uri="{BB962C8B-B14F-4D97-AF65-F5344CB8AC3E}">
        <p14:creationId xmlns:p14="http://schemas.microsoft.com/office/powerpoint/2010/main" val="508814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</Words>
  <Application>Microsoft Office PowerPoint</Application>
  <PresentationFormat>On-screen Show (16:9)</PresentationFormat>
  <Paragraphs>36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Arial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16</cp:revision>
  <dcterms:modified xsi:type="dcterms:W3CDTF">2026-08-02T18:46:20Z</dcterms:modified>
</cp:coreProperties>
</file>